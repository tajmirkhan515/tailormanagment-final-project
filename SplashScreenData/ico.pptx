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5486400" cy="8229600"/>
  <p:notesSz cx="6858000" cy="9144000"/>
  <p:defaultTextStyle>
    <a:defPPr>
      <a:defRPr lang="en-US"/>
    </a:defPPr>
    <a:lvl1pPr marL="0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1718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3436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95155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26873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58591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90309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22028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53746" algn="l" defTabSz="1063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508" y="-168"/>
      </p:cViewPr>
      <p:guideLst>
        <p:guide orient="horz" pos="2592"/>
        <p:guide pos="17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53218" y="1645920"/>
            <a:ext cx="4937760" cy="219456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22960" y="3998038"/>
            <a:ext cx="38404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731520"/>
            <a:ext cx="4251960" cy="219456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20" y="3009343"/>
            <a:ext cx="4251960" cy="1811654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54880" y="7700011"/>
            <a:ext cx="457200" cy="438150"/>
          </a:xfrm>
        </p:spPr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20" y="1920240"/>
            <a:ext cx="2423160" cy="543115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88920" y="1920240"/>
            <a:ext cx="2423160" cy="543115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327660"/>
            <a:ext cx="4937760" cy="13716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1842135"/>
            <a:ext cx="2424113" cy="901064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2787015" y="1842135"/>
            <a:ext cx="2425065" cy="901064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74320" y="2834640"/>
            <a:ext cx="2424113" cy="45167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87015" y="2834640"/>
            <a:ext cx="2425065" cy="45167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327660"/>
            <a:ext cx="1804988" cy="139446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274320" y="1828800"/>
            <a:ext cx="1804988" cy="5522596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145030" y="327660"/>
            <a:ext cx="3067050" cy="70237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31520"/>
            <a:ext cx="3291840" cy="626746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97280" y="2198370"/>
            <a:ext cx="3291840" cy="475488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1400145"/>
            <a:ext cx="3291840" cy="63642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77640" y="329566"/>
            <a:ext cx="1234440" cy="702183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4320" y="329566"/>
            <a:ext cx="3611880" cy="702183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74320" y="329566"/>
            <a:ext cx="4937760" cy="13716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74320" y="1920240"/>
            <a:ext cx="4937760" cy="565099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274320" y="7700011"/>
            <a:ext cx="1280160" cy="43815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1098EA7-F16C-4C23-A949-C07E48511A19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874520" y="7700011"/>
            <a:ext cx="1737360" cy="438150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754880" y="7700011"/>
            <a:ext cx="457200" cy="438150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6DCB984-F07B-4573-BF49-EC932A71B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486399" cy="8229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6343" tIns="53172" rIns="106343" bIns="53172" rtlCol="0" anchor="ctr"/>
          <a:lstStyle/>
          <a:p>
            <a:pPr algn="ctr"/>
            <a:endParaRPr lang="en-US" b="1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42" name="Picture 18" descr="Image result for men kurti design pic"/>
          <p:cNvPicPr>
            <a:picLocks noChangeAspect="1" noChangeArrowheads="1"/>
          </p:cNvPicPr>
          <p:nvPr/>
        </p:nvPicPr>
        <p:blipFill>
          <a:blip r:embed="rId2"/>
          <a:srcRect l="11511" t="16299" r="7914"/>
          <a:stretch>
            <a:fillRect/>
          </a:stretch>
        </p:blipFill>
        <p:spPr bwMode="auto">
          <a:xfrm>
            <a:off x="3617314" y="4684059"/>
            <a:ext cx="1716686" cy="2486026"/>
          </a:xfrm>
          <a:prstGeom prst="rect">
            <a:avLst/>
          </a:prstGeom>
          <a:noFill/>
          <a:effectLst>
            <a:softEdge rad="127000"/>
          </a:effectLst>
          <a:scene3d>
            <a:camera prst="isometricOffAxis1Right"/>
            <a:lightRig rig="threePt" dir="t"/>
          </a:scene3d>
        </p:spPr>
      </p:pic>
      <p:pic>
        <p:nvPicPr>
          <p:cNvPr id="1054" name="Picture 30" descr="Related image"/>
          <p:cNvPicPr>
            <a:picLocks noChangeAspect="1" noChangeArrowheads="1"/>
          </p:cNvPicPr>
          <p:nvPr/>
        </p:nvPicPr>
        <p:blipFill>
          <a:blip r:embed="rId3"/>
          <a:srcRect l="11566" t="12500" r="19036"/>
          <a:stretch>
            <a:fillRect/>
          </a:stretch>
        </p:blipFill>
        <p:spPr bwMode="auto">
          <a:xfrm>
            <a:off x="2916274" y="5410199"/>
            <a:ext cx="1306471" cy="2662518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800785"/>
            <a:ext cx="5257800" cy="1933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28600" y="0"/>
            <a:ext cx="3064902" cy="1338489"/>
          </a:xfrm>
          <a:prstGeom prst="rect">
            <a:avLst/>
          </a:prstGeom>
          <a:noFill/>
        </p:spPr>
        <p:txBody>
          <a:bodyPr wrap="none" lIns="106343" tIns="53172" rIns="106343" bIns="53172">
            <a:spAutoFit/>
          </a:bodyPr>
          <a:lstStyle/>
          <a:p>
            <a:pPr algn="ctr"/>
            <a:r>
              <a:rPr lang="en-US" sz="8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Tailor</a:t>
            </a:r>
            <a:endParaRPr lang="en-US" sz="63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88720" y="806823"/>
            <a:ext cx="4367183" cy="922990"/>
          </a:xfrm>
          <a:prstGeom prst="rect">
            <a:avLst/>
          </a:prstGeom>
          <a:noFill/>
        </p:spPr>
        <p:txBody>
          <a:bodyPr wrap="none" lIns="106343" tIns="53172" rIns="106343" bIns="5317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300" b="1" spc="58" dirty="0">
                <a:ln w="11430"/>
                <a:solidFill>
                  <a:schemeClr val="accent2">
                    <a:lumMod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Management</a:t>
            </a:r>
          </a:p>
        </p:txBody>
      </p:sp>
      <p:pic>
        <p:nvPicPr>
          <p:cNvPr id="1038" name="Picture 14" descr="Image result for female design clothes"/>
          <p:cNvPicPr>
            <a:picLocks noChangeAspect="1" noChangeArrowheads="1"/>
          </p:cNvPicPr>
          <p:nvPr/>
        </p:nvPicPr>
        <p:blipFill>
          <a:blip r:embed="rId5" cstate="print"/>
          <a:srcRect l="36172" t="16978" r="18239" b="11338"/>
          <a:stretch>
            <a:fillRect/>
          </a:stretch>
        </p:blipFill>
        <p:spPr bwMode="auto">
          <a:xfrm>
            <a:off x="724208" y="4693663"/>
            <a:ext cx="1530048" cy="2773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6"/>
          <a:srcRect l="39265" t="5660" r="39509" b="7546"/>
          <a:stretch>
            <a:fillRect/>
          </a:stretch>
        </p:blipFill>
        <p:spPr bwMode="auto">
          <a:xfrm>
            <a:off x="2918768" y="3420675"/>
            <a:ext cx="1119832" cy="2226833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1040" name="Picture 16" descr="Related image"/>
          <p:cNvPicPr>
            <a:picLocks noChangeAspect="1" noChangeArrowheads="1"/>
          </p:cNvPicPr>
          <p:nvPr/>
        </p:nvPicPr>
        <p:blipFill>
          <a:blip r:embed="rId7"/>
          <a:srcRect l="26238" t="23342" r="13452" b="2387"/>
          <a:stretch>
            <a:fillRect/>
          </a:stretch>
        </p:blipFill>
        <p:spPr bwMode="auto">
          <a:xfrm>
            <a:off x="1821488" y="4066133"/>
            <a:ext cx="1306471" cy="25011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50" name="Picture 26" descr="Image result for male shalwar kameez"/>
          <p:cNvPicPr>
            <a:picLocks noChangeAspect="1" noChangeArrowheads="1"/>
          </p:cNvPicPr>
          <p:nvPr/>
        </p:nvPicPr>
        <p:blipFill>
          <a:blip r:embed="rId8"/>
          <a:srcRect l="15973" t="14930" r="20133" b="14152"/>
          <a:stretch>
            <a:fillRect/>
          </a:stretch>
        </p:blipFill>
        <p:spPr bwMode="auto">
          <a:xfrm>
            <a:off x="2245714" y="5974976"/>
            <a:ext cx="1213152" cy="2178424"/>
          </a:xfrm>
          <a:prstGeom prst="rect">
            <a:avLst/>
          </a:prstGeom>
          <a:noFill/>
          <a:effectLst>
            <a:softEdge rad="127000"/>
          </a:effectLst>
          <a:scene3d>
            <a:camera prst="obliqueTopLeft"/>
            <a:lightRig rig="threePt" dir="t"/>
          </a:scene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298</TotalTime>
  <Words>2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Apex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Tajmir khan</dc:creator>
  <cp:lastModifiedBy>Tajmir khan</cp:lastModifiedBy>
  <cp:revision>23</cp:revision>
  <dcterms:created xsi:type="dcterms:W3CDTF">2017-09-11T09:14:18Z</dcterms:created>
  <dcterms:modified xsi:type="dcterms:W3CDTF">2017-09-11T15:58:53Z</dcterms:modified>
</cp:coreProperties>
</file>