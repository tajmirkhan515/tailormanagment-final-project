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9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6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1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4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8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4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48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2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6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7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0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2333E-2333-49DC-9605-EACA6DCF60D3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04638-66C7-4D7B-8EB9-4D8781632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7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Tajmir khan</dc:creator>
  <cp:lastModifiedBy>Tajmir khan</cp:lastModifiedBy>
  <cp:revision>4</cp:revision>
  <dcterms:created xsi:type="dcterms:W3CDTF">2017-12-28T16:50:24Z</dcterms:created>
  <dcterms:modified xsi:type="dcterms:W3CDTF">2017-12-28T17:44:59Z</dcterms:modified>
</cp:coreProperties>
</file>