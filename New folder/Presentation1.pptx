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7" d="100"/>
          <a:sy n="57" d="100"/>
        </p:scale>
        <p:origin x="-1236" y="-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DEF16-7EF9-46E3-A1EC-152542BF85A4}" type="datetimeFigureOut">
              <a:rPr lang="en-US" smtClean="0"/>
              <a:t>10/3/2017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1B2C9-E136-4B96-9923-D6F0405F28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gif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gif"/><Relationship Id="rId10" Type="http://schemas.openxmlformats.org/officeDocument/2006/relationships/image" Target="../media/image9.png"/><Relationship Id="rId4" Type="http://schemas.openxmlformats.org/officeDocument/2006/relationships/image" Target="../media/image3.gif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C:\Users\Tajmir khan\Desktop\damen_chore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200" y="1600200"/>
            <a:ext cx="2687637" cy="3041650"/>
          </a:xfrm>
          <a:prstGeom prst="rect">
            <a:avLst/>
          </a:prstGeom>
          <a:noFill/>
        </p:spPr>
      </p:pic>
      <p:pic>
        <p:nvPicPr>
          <p:cNvPr id="1033" name="Picture 9" descr="C:\Users\Tajmir khan\Desktop\damen_gool.png"/>
          <p:cNvPicPr>
            <a:picLocks noChangeAspect="1" noChangeArrowheads="1"/>
          </p:cNvPicPr>
          <p:nvPr/>
        </p:nvPicPr>
        <p:blipFill>
          <a:blip r:embed="rId3"/>
          <a:srcRect l="11341" t="5010" r="20614" b="12317"/>
          <a:stretch>
            <a:fillRect/>
          </a:stretch>
        </p:blipFill>
        <p:spPr bwMode="auto">
          <a:xfrm>
            <a:off x="1752600" y="1447800"/>
            <a:ext cx="1828800" cy="2514600"/>
          </a:xfrm>
          <a:prstGeom prst="rect">
            <a:avLst/>
          </a:prstGeom>
          <a:noFill/>
        </p:spPr>
      </p:pic>
      <p:pic>
        <p:nvPicPr>
          <p:cNvPr id="1036" name="Picture 12" descr="E:\PROJECT_DATA\New folder\inside_leg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6325" y="4227513"/>
            <a:ext cx="904875" cy="752475"/>
          </a:xfrm>
          <a:prstGeom prst="rect">
            <a:avLst/>
          </a:prstGeom>
          <a:noFill/>
        </p:spPr>
      </p:pic>
      <p:pic>
        <p:nvPicPr>
          <p:cNvPr id="1038" name="Picture 14" descr="E:\PROJECT_DATA\New folder\ankle.gif"/>
          <p:cNvPicPr>
            <a:picLocks noChangeArrowheads="1"/>
          </p:cNvPicPr>
          <p:nvPr/>
        </p:nvPicPr>
        <p:blipFill>
          <a:blip r:embed="rId5"/>
          <a:srcRect r="3441" b="2581"/>
          <a:stretch>
            <a:fillRect/>
          </a:stretch>
        </p:blipFill>
        <p:spPr bwMode="auto">
          <a:xfrm>
            <a:off x="685801" y="3352800"/>
            <a:ext cx="627252" cy="474629"/>
          </a:xfrm>
          <a:prstGeom prst="rect">
            <a:avLst/>
          </a:prstGeom>
          <a:noFill/>
        </p:spPr>
      </p:pic>
      <p:pic>
        <p:nvPicPr>
          <p:cNvPr id="1039" name="Picture 15" descr="E:\PROJECT_DATA\New folder\ben_icon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61950" y="1076325"/>
            <a:ext cx="542925" cy="463550"/>
          </a:xfrm>
          <a:prstGeom prst="rect">
            <a:avLst/>
          </a:prstGeom>
          <a:noFill/>
        </p:spPr>
      </p:pic>
      <p:pic>
        <p:nvPicPr>
          <p:cNvPr id="1040" name="Picture 16" descr="E:\PROJECT_DATA\New folder\pancha.gif"/>
          <p:cNvPicPr>
            <a:picLocks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874843" y="5349887"/>
            <a:ext cx="617030" cy="472821"/>
          </a:xfrm>
          <a:prstGeom prst="rect">
            <a:avLst/>
          </a:prstGeom>
          <a:noFill/>
        </p:spPr>
      </p:pic>
      <p:pic>
        <p:nvPicPr>
          <p:cNvPr id="1041" name="Picture 17" descr="E:\PROJECT_DATA\New folder\shouldericon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47700" y="2252663"/>
            <a:ext cx="646113" cy="474662"/>
          </a:xfrm>
          <a:prstGeom prst="rect">
            <a:avLst/>
          </a:prstGeom>
          <a:noFill/>
        </p:spPr>
      </p:pic>
      <p:grpSp>
        <p:nvGrpSpPr>
          <p:cNvPr id="42" name="Group 41"/>
          <p:cNvGrpSpPr/>
          <p:nvPr/>
        </p:nvGrpSpPr>
        <p:grpSpPr>
          <a:xfrm>
            <a:off x="685800" y="5715000"/>
            <a:ext cx="838201" cy="457200"/>
            <a:chOff x="304799" y="4343400"/>
            <a:chExt cx="1100668" cy="762000"/>
          </a:xfrm>
        </p:grpSpPr>
        <p:grpSp>
          <p:nvGrpSpPr>
            <p:cNvPr id="41" name="Group 40"/>
            <p:cNvGrpSpPr/>
            <p:nvPr/>
          </p:nvGrpSpPr>
          <p:grpSpPr>
            <a:xfrm>
              <a:off x="304799" y="4343400"/>
              <a:ext cx="1100668" cy="762000"/>
              <a:chOff x="304799" y="4343400"/>
              <a:chExt cx="1100668" cy="762000"/>
            </a:xfrm>
          </p:grpSpPr>
          <p:pic>
            <p:nvPicPr>
              <p:cNvPr id="1042" name="Picture 18" descr="E:\PROJECT_DATA\New folder\pancha.png"/>
              <p:cNvPicPr>
                <a:picLocks noChangeAspect="1" noChangeArrowheads="1"/>
              </p:cNvPicPr>
              <p:nvPr/>
            </p:nvPicPr>
            <p:blipFill>
              <a:blip r:embed="rId9"/>
              <a:srcRect r="2031" b="10000"/>
              <a:stretch>
                <a:fillRect/>
              </a:stretch>
            </p:blipFill>
            <p:spPr bwMode="auto">
              <a:xfrm>
                <a:off x="304799" y="4343400"/>
                <a:ext cx="1100668" cy="762000"/>
              </a:xfrm>
              <a:prstGeom prst="rect">
                <a:avLst/>
              </a:prstGeom>
              <a:noFill/>
            </p:spPr>
          </p:pic>
          <p:sp>
            <p:nvSpPr>
              <p:cNvPr id="36" name="Rectangle 35"/>
              <p:cNvSpPr/>
              <p:nvPr/>
            </p:nvSpPr>
            <p:spPr>
              <a:xfrm>
                <a:off x="762000" y="4495800"/>
                <a:ext cx="137160" cy="152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" name="Rectangle 39"/>
            <p:cNvSpPr/>
            <p:nvPr/>
          </p:nvSpPr>
          <p:spPr>
            <a:xfrm>
              <a:off x="685800" y="4953000"/>
              <a:ext cx="76200" cy="4571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403600" y="4935538"/>
            <a:ext cx="646113" cy="474662"/>
            <a:chOff x="3403600" y="4935538"/>
            <a:chExt cx="646113" cy="474662"/>
          </a:xfrm>
        </p:grpSpPr>
        <p:grpSp>
          <p:nvGrpSpPr>
            <p:cNvPr id="47" name="Group 46"/>
            <p:cNvGrpSpPr/>
            <p:nvPr/>
          </p:nvGrpSpPr>
          <p:grpSpPr>
            <a:xfrm>
              <a:off x="3403600" y="4935538"/>
              <a:ext cx="646113" cy="474662"/>
              <a:chOff x="3403600" y="4935538"/>
              <a:chExt cx="646113" cy="474662"/>
            </a:xfrm>
          </p:grpSpPr>
          <p:pic>
            <p:nvPicPr>
              <p:cNvPr id="1043" name="Picture 19" descr="E:\PROJECT_DATA\New folder\shouldericon.png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3403600" y="4935538"/>
                <a:ext cx="646113" cy="474662"/>
              </a:xfrm>
              <a:prstGeom prst="rect">
                <a:avLst/>
              </a:prstGeom>
              <a:noFill/>
            </p:spPr>
          </p:pic>
          <p:sp>
            <p:nvSpPr>
              <p:cNvPr id="44" name="Rectangle 43"/>
              <p:cNvSpPr/>
              <p:nvPr/>
            </p:nvSpPr>
            <p:spPr>
              <a:xfrm>
                <a:off x="3533780" y="5117308"/>
                <a:ext cx="415290" cy="2667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9" name="Straight Connector 48"/>
            <p:cNvCxnSpPr/>
            <p:nvPr/>
          </p:nvCxnSpPr>
          <p:spPr>
            <a:xfrm rot="5400000">
              <a:off x="3577829" y="5242324"/>
              <a:ext cx="304800" cy="714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44" name="Picture 20" descr="E:\PROJECT_DATA\New folder\backhalflength.png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053265" y="1370014"/>
            <a:ext cx="625398" cy="463258"/>
          </a:xfrm>
          <a:prstGeom prst="rect">
            <a:avLst/>
          </a:prstGeom>
          <a:noFill/>
        </p:spPr>
      </p:pic>
      <p:pic>
        <p:nvPicPr>
          <p:cNvPr id="1045" name="Picture 21" descr="E:\PROJECT_DATA\New folder\hips_icons.png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461000" y="4945063"/>
            <a:ext cx="652463" cy="45085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46" name="Picture 22" descr="F:\backfulllenghticon.pn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485063" y="3554413"/>
            <a:ext cx="658812" cy="4746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:\PROJECT_DATA\New folder\shalwarpacketicon.png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9" y="1371601"/>
            <a:ext cx="618510" cy="4646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Tajmir khan</dc:creator>
  <cp:lastModifiedBy>Tajmir khan</cp:lastModifiedBy>
  <cp:revision>1</cp:revision>
  <dcterms:created xsi:type="dcterms:W3CDTF">2017-10-03T18:19:55Z</dcterms:created>
  <dcterms:modified xsi:type="dcterms:W3CDTF">2017-10-04T00:43:07Z</dcterms:modified>
</cp:coreProperties>
</file>