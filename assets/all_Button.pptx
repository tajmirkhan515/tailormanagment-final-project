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3200400" cy="5486400"/>
  <p:notesSz cx="6858000" cy="9144000"/>
  <p:defaultTextStyle>
    <a:defPPr>
      <a:defRPr lang="en-US"/>
    </a:defPPr>
    <a:lvl1pPr marL="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7432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4864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2296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9728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7160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4592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92024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94560" algn="l" defTabSz="54864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820" y="-192"/>
      </p:cViewPr>
      <p:guideLst>
        <p:guide orient="horz" pos="1728"/>
        <p:guide pos="10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093536"/>
            <a:ext cx="3200400" cy="2392864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3200400" cy="3093536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121849"/>
            <a:ext cx="3200400" cy="18288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80160"/>
            <a:ext cx="3200400" cy="408432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828" y="4042037"/>
            <a:ext cx="1972954" cy="70569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2"/>
                </a:solidFill>
              </a:defRPr>
            </a:lvl1pPr>
            <a:lvl2pPr marL="248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63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4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40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9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3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5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153" y="2505832"/>
            <a:ext cx="2511373" cy="1434534"/>
          </a:xfrm>
          <a:effectLst/>
        </p:spPr>
        <p:txBody>
          <a:bodyPr>
            <a:noAutofit/>
          </a:bodyPr>
          <a:lstStyle>
            <a:lvl1pPr marL="347435" indent="-248168" algn="l">
              <a:defRPr sz="29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400050" y="585216"/>
            <a:ext cx="2240280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093536"/>
            <a:ext cx="3200400" cy="2392864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00400" cy="3093536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121849"/>
            <a:ext cx="3200400" cy="18288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80160"/>
            <a:ext cx="3200400" cy="408432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618" y="1738118"/>
            <a:ext cx="2088333" cy="1938677"/>
          </a:xfrm>
          <a:effectLst/>
        </p:spPr>
        <p:txBody>
          <a:bodyPr anchor="b"/>
          <a:lstStyle>
            <a:lvl1pPr algn="r">
              <a:defRPr sz="25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853" y="3686009"/>
            <a:ext cx="2089673" cy="668368"/>
          </a:xfrm>
        </p:spPr>
        <p:txBody>
          <a:bodyPr anchor="t"/>
          <a:lstStyle>
            <a:lvl1pPr marL="0" indent="0" algn="r">
              <a:buNone/>
              <a:defRPr sz="1100">
                <a:solidFill>
                  <a:schemeClr val="tx2"/>
                </a:solidFill>
              </a:defRPr>
            </a:lvl1pPr>
            <a:lvl2pPr marL="24816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9633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4450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9267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408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48900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73717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98534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0050" y="585215"/>
            <a:ext cx="1171346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1625803" y="585216"/>
            <a:ext cx="1171346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85216"/>
            <a:ext cx="1171346" cy="511810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13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248168" indent="0">
              <a:buNone/>
              <a:defRPr sz="1100" b="1"/>
            </a:lvl2pPr>
            <a:lvl3pPr marL="496336" indent="0">
              <a:buNone/>
              <a:defRPr sz="1000" b="1"/>
            </a:lvl3pPr>
            <a:lvl4pPr marL="744504" indent="0">
              <a:buNone/>
              <a:defRPr sz="900" b="1"/>
            </a:lvl4pPr>
            <a:lvl5pPr marL="992673" indent="0">
              <a:buNone/>
              <a:defRPr sz="900" b="1"/>
            </a:lvl5pPr>
            <a:lvl6pPr marL="1240841" indent="0">
              <a:buNone/>
              <a:defRPr sz="900" b="1"/>
            </a:lvl6pPr>
            <a:lvl7pPr marL="1489009" indent="0">
              <a:buNone/>
              <a:defRPr sz="900" b="1"/>
            </a:lvl7pPr>
            <a:lvl8pPr marL="1737177" indent="0">
              <a:buNone/>
              <a:defRPr sz="900" b="1"/>
            </a:lvl8pPr>
            <a:lvl9pPr marL="1985345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757" y="1120262"/>
            <a:ext cx="1171346" cy="2194560"/>
          </a:xfrm>
        </p:spPr>
        <p:txBody>
          <a:bodyPr>
            <a:normAutofit/>
          </a:bodyPr>
          <a:lstStyle>
            <a:lvl1pPr>
              <a:defRPr sz="1000"/>
            </a:lvl1pPr>
            <a:lvl2pPr>
              <a:defRPr sz="10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6556" y="585216"/>
            <a:ext cx="1171346" cy="511810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13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248168" indent="0">
              <a:buNone/>
              <a:defRPr sz="1100" b="1"/>
            </a:lvl2pPr>
            <a:lvl3pPr marL="496336" indent="0">
              <a:buNone/>
              <a:defRPr sz="1000" b="1"/>
            </a:lvl3pPr>
            <a:lvl4pPr marL="744504" indent="0">
              <a:buNone/>
              <a:defRPr sz="900" b="1"/>
            </a:lvl4pPr>
            <a:lvl5pPr marL="992673" indent="0">
              <a:buNone/>
              <a:defRPr sz="900" b="1"/>
            </a:lvl5pPr>
            <a:lvl6pPr marL="1240841" indent="0">
              <a:buNone/>
              <a:defRPr sz="900" b="1"/>
            </a:lvl6pPr>
            <a:lvl7pPr marL="1489009" indent="0">
              <a:buNone/>
              <a:defRPr sz="900" b="1"/>
            </a:lvl7pPr>
            <a:lvl8pPr marL="1737177" indent="0">
              <a:buNone/>
              <a:defRPr sz="900" b="1"/>
            </a:lvl8pPr>
            <a:lvl9pPr marL="1985345" indent="0">
              <a:buNone/>
              <a:defRPr sz="900" b="1"/>
            </a:lvl9pPr>
          </a:lstStyle>
          <a:p>
            <a:pPr marL="0" lvl="0" indent="0" algn="ctr" defTabSz="496336" rtl="0" eaLnBrk="1" latinLnBrk="0" hangingPunct="1">
              <a:spcBef>
                <a:spcPct val="20000"/>
              </a:spcBef>
              <a:spcAft>
                <a:spcPts val="163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5759" y="1119226"/>
            <a:ext cx="1171346" cy="2194560"/>
          </a:xfrm>
        </p:spPr>
        <p:txBody>
          <a:bodyPr>
            <a:normAutofit/>
          </a:bodyPr>
          <a:lstStyle>
            <a:lvl1pPr>
              <a:defRPr sz="1000"/>
            </a:lvl1pPr>
            <a:lvl2pPr>
              <a:defRPr sz="10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683" y="1767841"/>
            <a:ext cx="1272630" cy="1006794"/>
          </a:xfrm>
          <a:effectLst/>
        </p:spPr>
        <p:txBody>
          <a:bodyPr anchor="b">
            <a:noAutofit/>
          </a:bodyPr>
          <a:lstStyle>
            <a:lvl1pPr marL="124084" indent="-124084" algn="l">
              <a:defRPr sz="15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7730" y="585216"/>
            <a:ext cx="1405980" cy="3915784"/>
          </a:xfrm>
        </p:spPr>
        <p:txBody>
          <a:bodyPr anchor="ctr"/>
          <a:lstStyle>
            <a:lvl1pPr>
              <a:defRPr sz="12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518" y="2798242"/>
            <a:ext cx="1186031" cy="1711614"/>
          </a:xfrm>
        </p:spPr>
        <p:txBody>
          <a:bodyPr/>
          <a:lstStyle>
            <a:lvl1pPr marL="0" indent="0">
              <a:buNone/>
              <a:defRPr sz="800"/>
            </a:lvl1pPr>
            <a:lvl2pPr marL="248168" indent="0">
              <a:buNone/>
              <a:defRPr sz="700"/>
            </a:lvl2pPr>
            <a:lvl3pPr marL="496336" indent="0">
              <a:buNone/>
              <a:defRPr sz="500"/>
            </a:lvl3pPr>
            <a:lvl4pPr marL="744504" indent="0">
              <a:buNone/>
              <a:defRPr sz="500"/>
            </a:lvl4pPr>
            <a:lvl5pPr marL="992673" indent="0">
              <a:buNone/>
              <a:defRPr sz="500"/>
            </a:lvl5pPr>
            <a:lvl6pPr marL="1240841" indent="0">
              <a:buNone/>
              <a:defRPr sz="500"/>
            </a:lvl6pPr>
            <a:lvl7pPr marL="1489009" indent="0">
              <a:buNone/>
              <a:defRPr sz="500"/>
            </a:lvl7pPr>
            <a:lvl8pPr marL="1737177" indent="0">
              <a:buNone/>
              <a:defRPr sz="500"/>
            </a:lvl8pPr>
            <a:lvl9pPr marL="1985345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093536"/>
            <a:ext cx="3200400" cy="2392864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3200400" cy="3093536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121849"/>
            <a:ext cx="3200400" cy="18288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80160"/>
            <a:ext cx="3200400" cy="408432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6311" y="914400"/>
            <a:ext cx="1440180" cy="250224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1100"/>
            </a:lvl1pPr>
            <a:lvl2pPr marL="248168" indent="0">
              <a:buNone/>
              <a:defRPr sz="1500"/>
            </a:lvl2pPr>
            <a:lvl3pPr marL="496336" indent="0">
              <a:buNone/>
              <a:defRPr sz="1300"/>
            </a:lvl3pPr>
            <a:lvl4pPr marL="744504" indent="0">
              <a:buNone/>
              <a:defRPr sz="1100"/>
            </a:lvl4pPr>
            <a:lvl5pPr marL="992673" indent="0">
              <a:buNone/>
              <a:defRPr sz="1100"/>
            </a:lvl5pPr>
            <a:lvl6pPr marL="1240841" indent="0">
              <a:buNone/>
              <a:defRPr sz="1100"/>
            </a:lvl6pPr>
            <a:lvl7pPr marL="1489009" indent="0">
              <a:buNone/>
              <a:defRPr sz="1100"/>
            </a:lvl7pPr>
            <a:lvl8pPr marL="1737177" indent="0">
              <a:buNone/>
              <a:defRPr sz="1100"/>
            </a:lvl8pPr>
            <a:lvl9pPr marL="1985345" indent="0">
              <a:buNone/>
              <a:defRPr sz="11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260" y="808389"/>
            <a:ext cx="1292940" cy="1730416"/>
          </a:xfrm>
        </p:spPr>
        <p:txBody>
          <a:bodyPr anchor="b"/>
          <a:lstStyle>
            <a:lvl1pPr marL="99267" indent="-99267">
              <a:buFont typeface="Georgia" pitchFamily="18" charset="0"/>
              <a:buChar char="*"/>
              <a:defRPr sz="900"/>
            </a:lvl1pPr>
            <a:lvl2pPr marL="248168" indent="0">
              <a:buNone/>
              <a:defRPr sz="700"/>
            </a:lvl2pPr>
            <a:lvl3pPr marL="496336" indent="0">
              <a:buNone/>
              <a:defRPr sz="500"/>
            </a:lvl3pPr>
            <a:lvl4pPr marL="744504" indent="0">
              <a:buNone/>
              <a:defRPr sz="500"/>
            </a:lvl4pPr>
            <a:lvl5pPr marL="992673" indent="0">
              <a:buNone/>
              <a:defRPr sz="500"/>
            </a:lvl5pPr>
            <a:lvl6pPr marL="1240841" indent="0">
              <a:buNone/>
              <a:defRPr sz="500"/>
            </a:lvl6pPr>
            <a:lvl7pPr marL="1489009" indent="0">
              <a:buNone/>
              <a:defRPr sz="500"/>
            </a:lvl7pPr>
            <a:lvl8pPr marL="1737177" indent="0">
              <a:buNone/>
              <a:defRPr sz="500"/>
            </a:lvl8pPr>
            <a:lvl9pPr marL="1985345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544" y="3571537"/>
            <a:ext cx="2234238" cy="914400"/>
          </a:xfrm>
        </p:spPr>
        <p:txBody>
          <a:bodyPr anchor="b">
            <a:noAutofit/>
          </a:bodyPr>
          <a:lstStyle>
            <a:lvl1pPr algn="l">
              <a:defRPr sz="25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6750" y="585215"/>
            <a:ext cx="2240280" cy="277977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3815" y="301214"/>
            <a:ext cx="720090" cy="4190671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63440" y="585216"/>
            <a:ext cx="1690250" cy="391578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084320"/>
            <a:ext cx="3200400" cy="1402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00400" cy="40843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014643"/>
            <a:ext cx="3200400" cy="18288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80160"/>
            <a:ext cx="3200400" cy="408432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34" tIns="24817" rIns="49634" bIns="24817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651" y="3497734"/>
            <a:ext cx="2279379" cy="914400"/>
          </a:xfrm>
          <a:prstGeom prst="rect">
            <a:avLst/>
          </a:prstGeom>
          <a:effectLst/>
        </p:spPr>
        <p:txBody>
          <a:bodyPr vert="horz" lIns="49634" tIns="24817" rIns="49634" bIns="24817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85808"/>
            <a:ext cx="2240280" cy="2779776"/>
          </a:xfrm>
          <a:prstGeom prst="rect">
            <a:avLst/>
          </a:prstGeom>
        </p:spPr>
        <p:txBody>
          <a:bodyPr vert="horz" lIns="49634" tIns="24817" rIns="49634" bIns="2481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60270" y="4937760"/>
            <a:ext cx="880110" cy="292100"/>
          </a:xfrm>
          <a:prstGeom prst="rect">
            <a:avLst/>
          </a:prstGeom>
        </p:spPr>
        <p:txBody>
          <a:bodyPr vert="horz" lIns="49634" tIns="24817" rIns="49634" bIns="24817" rtlCol="0" anchor="ctr"/>
          <a:lstStyle>
            <a:lvl1pPr algn="r">
              <a:defRPr sz="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CDFC680-A41E-4810-9265-FB76552EBD06}" type="datetimeFigureOut">
              <a:rPr lang="en-US" smtClean="0"/>
              <a:pPr/>
              <a:t>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" y="4937760"/>
            <a:ext cx="1173480" cy="292100"/>
          </a:xfrm>
          <a:prstGeom prst="rect">
            <a:avLst/>
          </a:prstGeom>
        </p:spPr>
        <p:txBody>
          <a:bodyPr vert="horz" lIns="49634" tIns="24817" rIns="49634" bIns="24817" rtlCol="0" anchor="ctr"/>
          <a:lstStyle>
            <a:lvl1pPr algn="l">
              <a:defRPr sz="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33500" y="4937760"/>
            <a:ext cx="640080" cy="292100"/>
          </a:xfrm>
          <a:prstGeom prst="rect">
            <a:avLst/>
          </a:prstGeom>
        </p:spPr>
        <p:txBody>
          <a:bodyPr vert="horz" lIns="49634" tIns="24817" rIns="49634" bIns="24817" rtlCol="0" anchor="ctr"/>
          <a:lstStyle>
            <a:lvl1pPr algn="ct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8BF14F7-E3BD-4363-A2E3-D8A1BE036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173718" indent="-173718" algn="r" defTabSz="496336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25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24084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97802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46703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95604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54431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903332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067123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40841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04632" indent="-99267" algn="l" defTabSz="496336" rtl="0" eaLnBrk="1" latinLnBrk="0" hangingPunct="1">
        <a:spcBef>
          <a:spcPct val="20000"/>
        </a:spcBef>
        <a:spcAft>
          <a:spcPts val="163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48168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96336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44504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2673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40841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9009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177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85345" algn="l" defTabSz="49633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jpeg"/><Relationship Id="rId3" Type="http://schemas.openxmlformats.org/officeDocument/2006/relationships/image" Target="../media/image4.jpe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jpeg"/><Relationship Id="rId2" Type="http://schemas.openxmlformats.org/officeDocument/2006/relationships/image" Target="../media/image1.jpe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gif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2.png"/><Relationship Id="rId5" Type="http://schemas.openxmlformats.org/officeDocument/2006/relationships/image" Target="../media/image4.jpe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30.jpe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3200400" cy="5486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4" descr="Image result for female png icon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-1981200" y="3581400"/>
            <a:ext cx="436425" cy="2727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1127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600200" y="2438400"/>
            <a:ext cx="694974" cy="457200"/>
          </a:xfrm>
          <a:prstGeom prst="rect">
            <a:avLst/>
          </a:prstGeom>
          <a:noFill/>
        </p:spPr>
      </p:pic>
      <p:grpSp>
        <p:nvGrpSpPr>
          <p:cNvPr id="23" name="Group 22"/>
          <p:cNvGrpSpPr/>
          <p:nvPr/>
        </p:nvGrpSpPr>
        <p:grpSpPr>
          <a:xfrm>
            <a:off x="4572000" y="1752600"/>
            <a:ext cx="1143000" cy="228600"/>
            <a:chOff x="381000" y="152400"/>
            <a:chExt cx="2362200" cy="533091"/>
          </a:xfrm>
        </p:grpSpPr>
        <p:sp>
          <p:nvSpPr>
            <p:cNvPr id="10" name="Rounded Rectangle 9"/>
            <p:cNvSpPr/>
            <p:nvPr/>
          </p:nvSpPr>
          <p:spPr>
            <a:xfrm>
              <a:off x="381000" y="152400"/>
              <a:ext cx="2362200" cy="533091"/>
            </a:xfrm>
            <a:prstGeom prst="roundRect">
              <a:avLst>
                <a:gd name="adj" fmla="val 50000"/>
              </a:avLst>
            </a:prstGeom>
            <a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Male</a:t>
              </a:r>
              <a:endPara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23747" y="185853"/>
              <a:ext cx="490653" cy="457200"/>
            </a:xfrm>
            <a:prstGeom prst="ellipse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6" descr="Related imag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8349" y="273204"/>
              <a:ext cx="416984" cy="274320"/>
            </a:xfrm>
            <a:prstGeom prst="rect">
              <a:avLst/>
            </a:prstGeom>
            <a:noFill/>
          </p:spPr>
        </p:pic>
      </p:grpSp>
      <p:sp>
        <p:nvSpPr>
          <p:cNvPr id="19" name="Rounded Rectangle 18"/>
          <p:cNvSpPr/>
          <p:nvPr/>
        </p:nvSpPr>
        <p:spPr>
          <a:xfrm>
            <a:off x="1676400" y="2743200"/>
            <a:ext cx="1143000" cy="1143000"/>
          </a:xfrm>
          <a:prstGeom prst="ellipse">
            <a:avLst/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4" descr="Image result for female png icon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lum bright="-40000"/>
          </a:blip>
          <a:srcRect/>
          <a:stretch>
            <a:fillRect/>
          </a:stretch>
        </p:blipFill>
        <p:spPr bwMode="auto">
          <a:xfrm>
            <a:off x="1852550" y="2895600"/>
            <a:ext cx="795774" cy="812646"/>
          </a:xfrm>
          <a:prstGeom prst="ellipse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25" name="Rounded Rectangle 24"/>
          <p:cNvSpPr/>
          <p:nvPr/>
        </p:nvSpPr>
        <p:spPr>
          <a:xfrm>
            <a:off x="-1752600" y="1524000"/>
            <a:ext cx="1143000" cy="228600"/>
          </a:xfrm>
          <a:prstGeom prst="roundRect">
            <a:avLst>
              <a:gd name="adj" fmla="val 50000"/>
            </a:avLst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Female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ounded Rectangle 18"/>
          <p:cNvSpPr/>
          <p:nvPr/>
        </p:nvSpPr>
        <p:spPr>
          <a:xfrm>
            <a:off x="381000" y="2743200"/>
            <a:ext cx="1143000" cy="1143000"/>
          </a:xfrm>
          <a:prstGeom prst="ellipse">
            <a:avLst/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199" y="2895600"/>
            <a:ext cx="990601" cy="762000"/>
          </a:xfrm>
          <a:prstGeom prst="rect">
            <a:avLst/>
          </a:prstGeom>
          <a:noFill/>
        </p:spPr>
      </p:pic>
      <p:pic>
        <p:nvPicPr>
          <p:cNvPr id="2050" name="Picture 2" descr="E:\PROJECT_DATA\New folder\useridico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548188" y="1093788"/>
            <a:ext cx="585788" cy="457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econd_lay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5486400"/>
          </a:xfrm>
          <a:prstGeom prst="rect">
            <a:avLst/>
          </a:prstGeom>
        </p:spPr>
      </p:pic>
      <p:pic>
        <p:nvPicPr>
          <p:cNvPr id="9" name="Picture 4" descr="Image result for female png icon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-1981200" y="3581400"/>
            <a:ext cx="436425" cy="2727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1127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600200" y="2438400"/>
            <a:ext cx="381000" cy="250647"/>
          </a:xfrm>
          <a:prstGeom prst="rect">
            <a:avLst/>
          </a:prstGeom>
          <a:noFill/>
        </p:spPr>
      </p:pic>
      <p:grpSp>
        <p:nvGrpSpPr>
          <p:cNvPr id="2" name="Group 22"/>
          <p:cNvGrpSpPr/>
          <p:nvPr/>
        </p:nvGrpSpPr>
        <p:grpSpPr>
          <a:xfrm>
            <a:off x="4572000" y="1752600"/>
            <a:ext cx="1143000" cy="228600"/>
            <a:chOff x="381000" y="152400"/>
            <a:chExt cx="2362200" cy="533091"/>
          </a:xfrm>
        </p:grpSpPr>
        <p:sp>
          <p:nvSpPr>
            <p:cNvPr id="10" name="Rounded Rectangle 9"/>
            <p:cNvSpPr/>
            <p:nvPr/>
          </p:nvSpPr>
          <p:spPr>
            <a:xfrm>
              <a:off x="381000" y="152400"/>
              <a:ext cx="2362200" cy="533091"/>
            </a:xfrm>
            <a:prstGeom prst="roundRect">
              <a:avLst>
                <a:gd name="adj" fmla="val 50000"/>
              </a:avLst>
            </a:prstGeom>
            <a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Male</a:t>
              </a:r>
              <a:endPara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23747" y="185853"/>
              <a:ext cx="490653" cy="4572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6" descr="Related image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68349" y="273204"/>
              <a:ext cx="416984" cy="274320"/>
            </a:xfrm>
            <a:prstGeom prst="rect">
              <a:avLst/>
            </a:prstGeom>
            <a:noFill/>
          </p:spPr>
        </p:pic>
      </p:grpSp>
      <p:grpSp>
        <p:nvGrpSpPr>
          <p:cNvPr id="31" name="Group 30"/>
          <p:cNvGrpSpPr/>
          <p:nvPr/>
        </p:nvGrpSpPr>
        <p:grpSpPr>
          <a:xfrm>
            <a:off x="1676400" y="1371600"/>
            <a:ext cx="838200" cy="838200"/>
            <a:chOff x="1676400" y="1371600"/>
            <a:chExt cx="1143000" cy="1143000"/>
          </a:xfrm>
        </p:grpSpPr>
        <p:sp>
          <p:nvSpPr>
            <p:cNvPr id="19" name="Rounded Rectangle 18"/>
            <p:cNvSpPr/>
            <p:nvPr/>
          </p:nvSpPr>
          <p:spPr>
            <a:xfrm>
              <a:off x="1676400" y="1371600"/>
              <a:ext cx="1143000" cy="1143000"/>
            </a:xfrm>
            <a:prstGeom prst="ellipse">
              <a:avLst/>
            </a:prstGeom>
            <a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22" name="Picture 4" descr="Image result for female png icon"/>
            <p:cNvPicPr>
              <a:picLocks noChangeAspect="1" noChangeArrowheads="1"/>
            </p:cNvPicPr>
            <p:nvPr/>
          </p:nvPicPr>
          <p:blipFill>
            <a:blip r:embed="rId8" cstate="print">
              <a:biLevel thresh="50000"/>
              <a:lum bright="-40000"/>
            </a:blip>
            <a:srcRect/>
            <a:stretch>
              <a:fillRect/>
            </a:stretch>
          </p:blipFill>
          <p:spPr bwMode="auto">
            <a:xfrm>
              <a:off x="1852550" y="1524000"/>
              <a:ext cx="795774" cy="812646"/>
            </a:xfrm>
            <a:prstGeom prst="ellipse">
              <a:avLst/>
            </a:prstGeom>
            <a:noFill/>
            <a:scene3d>
              <a:camera prst="orthographicFront"/>
              <a:lightRig rig="threePt" dir="t"/>
            </a:scene3d>
            <a:sp3d>
              <a:bevelT prst="relaxedInset"/>
            </a:sp3d>
          </p:spPr>
        </p:pic>
      </p:grpSp>
      <p:sp>
        <p:nvSpPr>
          <p:cNvPr id="25" name="Rounded Rectangle 24"/>
          <p:cNvSpPr/>
          <p:nvPr/>
        </p:nvSpPr>
        <p:spPr>
          <a:xfrm>
            <a:off x="-1752600" y="1524000"/>
            <a:ext cx="1143000" cy="228600"/>
          </a:xfrm>
          <a:prstGeom prst="roundRect">
            <a:avLst>
              <a:gd name="adj" fmla="val 50000"/>
            </a:avLst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Female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381000" y="1371600"/>
            <a:ext cx="838200" cy="838200"/>
            <a:chOff x="381000" y="1371600"/>
            <a:chExt cx="1143000" cy="1143000"/>
          </a:xfrm>
        </p:grpSpPr>
        <p:sp>
          <p:nvSpPr>
            <p:cNvPr id="30" name="Rounded Rectangle 18"/>
            <p:cNvSpPr/>
            <p:nvPr/>
          </p:nvSpPr>
          <p:spPr>
            <a:xfrm>
              <a:off x="381000" y="1371600"/>
              <a:ext cx="1143000" cy="1143000"/>
            </a:xfrm>
            <a:prstGeom prst="ellipse">
              <a:avLst/>
            </a:prstGeom>
            <a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32" name="Picture 6" descr="Related imag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7199" y="1524000"/>
              <a:ext cx="990601" cy="762000"/>
            </a:xfrm>
            <a:prstGeom prst="rect">
              <a:avLst/>
            </a:prstGeom>
            <a:noFill/>
          </p:spPr>
        </p:pic>
      </p:grpSp>
      <p:pic>
        <p:nvPicPr>
          <p:cNvPr id="23" name="Picture 22" descr="qqqqqqq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312598">
            <a:off x="526553" y="3508908"/>
            <a:ext cx="2320678" cy="154430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5800" y="2514600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27939" y="2557790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Female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3200400" cy="5486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blipFill>
                <a:blip r:embed="rId2"/>
                <a:tile tx="0" ty="0" sx="100000" sy="100000" flip="none" algn="tl"/>
              </a:blip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472440" y="3895344"/>
            <a:ext cx="365760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04800" y="111252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Insert new Customer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21354" y="111813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E:\PROJECT_DATA\insert_icon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12840" y="1083630"/>
            <a:ext cx="274320" cy="274320"/>
          </a:xfrm>
          <a:prstGeom prst="rect">
            <a:avLst/>
          </a:prstGeom>
          <a:noFill/>
        </p:spPr>
      </p:pic>
      <p:sp>
        <p:nvSpPr>
          <p:cNvPr id="16" name="Rounded Rectangle 15"/>
          <p:cNvSpPr/>
          <p:nvPr/>
        </p:nvSpPr>
        <p:spPr>
          <a:xfrm>
            <a:off x="304800" y="152400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View all Customer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321630" y="15240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304800" y="182880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 Customer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321630" y="18288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304800" y="213360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New order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21630" y="21336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304800" y="243840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View order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321630" y="24384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304800" y="274320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 Design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21630" y="27432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304800" y="3048000"/>
            <a:ext cx="2286000" cy="228600"/>
          </a:xfrm>
          <a:prstGeom prst="roundRect">
            <a:avLst>
              <a:gd name="adj" fmla="val 50000"/>
            </a:avLst>
          </a:prstGeom>
          <a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Exit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21630" y="30480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321630" y="33528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321630" y="3657600"/>
            <a:ext cx="260196" cy="21945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3" descr="E:\PROJECT_DATA\update_icon.png"/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tx1">
                <a:tint val="45000"/>
                <a:satMod val="400000"/>
              </a:schemeClr>
            </a:duotone>
            <a:lum bright="-40000"/>
          </a:blip>
          <a:srcRect/>
          <a:stretch>
            <a:fillRect/>
          </a:stretch>
        </p:blipFill>
        <p:spPr bwMode="auto">
          <a:xfrm>
            <a:off x="344425" y="1811120"/>
            <a:ext cx="193981" cy="246280"/>
          </a:xfrm>
          <a:prstGeom prst="rect">
            <a:avLst/>
          </a:prstGeom>
          <a:noFill/>
        </p:spPr>
      </p:pic>
      <p:pic>
        <p:nvPicPr>
          <p:cNvPr id="62" name="Picture 4" descr="E:\PROJECT_DATA\view_icon.png"/>
          <p:cNvPicPr>
            <a:picLocks noChangeAspect="1" noChangeArrowheads="1"/>
          </p:cNvPicPr>
          <p:nvPr/>
        </p:nvPicPr>
        <p:blipFill>
          <a:blip r:embed="rId6" cstate="print">
            <a:lum bright="-40000"/>
          </a:blip>
          <a:srcRect/>
          <a:stretch>
            <a:fillRect/>
          </a:stretch>
        </p:blipFill>
        <p:spPr bwMode="auto">
          <a:xfrm flipV="1">
            <a:off x="324535" y="1480110"/>
            <a:ext cx="238125" cy="314325"/>
          </a:xfrm>
          <a:prstGeom prst="rect">
            <a:avLst/>
          </a:prstGeom>
          <a:noFill/>
        </p:spPr>
      </p:pic>
      <p:pic>
        <p:nvPicPr>
          <p:cNvPr id="63" name="Picture 6" descr="E:\PROJECT_DATA\New_order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tx1">
                <a:tint val="45000"/>
                <a:satMod val="400000"/>
              </a:schemeClr>
            </a:duotone>
            <a:lum bright="-20000"/>
          </a:blip>
          <a:srcRect/>
          <a:stretch>
            <a:fillRect/>
          </a:stretch>
        </p:blipFill>
        <p:spPr bwMode="auto">
          <a:xfrm flipV="1">
            <a:off x="337188" y="2151280"/>
            <a:ext cx="218157" cy="192024"/>
          </a:xfrm>
          <a:prstGeom prst="rect">
            <a:avLst/>
          </a:prstGeom>
          <a:noFill/>
        </p:spPr>
      </p:pic>
      <p:pic>
        <p:nvPicPr>
          <p:cNvPr id="64" name="Picture 7" descr="E:\PROJECT_DATA\view_order_ico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8690" y="2463395"/>
            <a:ext cx="181660" cy="181660"/>
          </a:xfrm>
          <a:prstGeom prst="rect">
            <a:avLst/>
          </a:prstGeom>
          <a:noFill/>
        </p:spPr>
      </p:pic>
      <p:pic>
        <p:nvPicPr>
          <p:cNvPr id="65" name="Picture 9" descr="E:\PROJECT_DATA\exit_icon.png"/>
          <p:cNvPicPr>
            <a:picLocks noChangeAspect="1" noChangeArrowheads="1"/>
          </p:cNvPicPr>
          <p:nvPr/>
        </p:nvPicPr>
        <p:blipFill>
          <a:blip r:embed="rId9" cstate="print">
            <a:duotone>
              <a:prstClr val="black"/>
              <a:schemeClr val="tx1">
                <a:tint val="45000"/>
                <a:satMod val="400000"/>
              </a:schemeClr>
            </a:duotone>
            <a:lum bright="-40000"/>
          </a:blip>
          <a:srcRect/>
          <a:stretch>
            <a:fillRect/>
          </a:stretch>
        </p:blipFill>
        <p:spPr bwMode="auto">
          <a:xfrm>
            <a:off x="328920" y="3069945"/>
            <a:ext cx="226425" cy="171040"/>
          </a:xfrm>
          <a:prstGeom prst="rect">
            <a:avLst/>
          </a:prstGeom>
          <a:noFill/>
        </p:spPr>
      </p:pic>
      <p:pic>
        <p:nvPicPr>
          <p:cNvPr id="1026" name="Picture 2" descr="E:\PROJECT_DATA\New folder\userinformationicon.png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-4943475" y="-152401"/>
            <a:ext cx="1438275" cy="1524001"/>
          </a:xfrm>
          <a:prstGeom prst="rect">
            <a:avLst/>
          </a:prstGeom>
          <a:noFill/>
        </p:spPr>
      </p:pic>
      <p:pic>
        <p:nvPicPr>
          <p:cNvPr id="2" name="Picture 2" descr="E:\PROJECT_DATA\New folder\neck.gif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-2057400" y="2133600"/>
            <a:ext cx="1476375" cy="1476375"/>
          </a:xfrm>
          <a:prstGeom prst="rect">
            <a:avLst/>
          </a:prstGeom>
          <a:noFill/>
        </p:spPr>
      </p:pic>
      <p:pic>
        <p:nvPicPr>
          <p:cNvPr id="1027" name="Picture 3" descr="E:\PROJECT_DATA\New folder\neckicon.png"/>
          <p:cNvPicPr>
            <a:picLocks noChangeAspect="1" noChangeArrowheads="1"/>
          </p:cNvPicPr>
          <p:nvPr/>
        </p:nvPicPr>
        <p:blipFill>
          <a:blip r:embed="rId12"/>
          <a:srcRect l="35694" t="16806" r="24306" b="43194"/>
          <a:stretch>
            <a:fillRect/>
          </a:stretch>
        </p:blipFill>
        <p:spPr bwMode="auto">
          <a:xfrm>
            <a:off x="-2971800" y="1676400"/>
            <a:ext cx="609600" cy="457200"/>
          </a:xfrm>
          <a:prstGeom prst="rect">
            <a:avLst/>
          </a:prstGeom>
          <a:noFill/>
        </p:spPr>
      </p:pic>
      <p:pic>
        <p:nvPicPr>
          <p:cNvPr id="3" name="Picture 2" descr="E:\PROJECT_DATA\current_time_icon.png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4572000" y="1752600"/>
            <a:ext cx="762000" cy="762000"/>
          </a:xfrm>
          <a:prstGeom prst="rect">
            <a:avLst/>
          </a:prstGeom>
          <a:noFill/>
        </p:spPr>
      </p:pic>
      <p:pic>
        <p:nvPicPr>
          <p:cNvPr id="4" name="Picture 3" descr="E:\PROJECT_DATA\allcustomer.png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4B87C8"/>
              </a:clrFrom>
              <a:clrTo>
                <a:srgbClr val="4B87C8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2743200" y="152400"/>
            <a:ext cx="758952" cy="7589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28" name="Picture 4" descr="E:\PROJECT_DATA\deliver_time_icon.png"/>
          <p:cNvPicPr>
            <a:picLocks noChangeAspect="1" noChangeArrowheads="1"/>
          </p:cNvPicPr>
          <p:nvPr/>
        </p:nvPicPr>
        <p:blipFill>
          <a:blip r:embed="rId15" cstate="print"/>
          <a:srcRect l="4067" t="4067" r="4429" b="4429"/>
          <a:stretch>
            <a:fillRect/>
          </a:stretch>
        </p:blipFill>
        <p:spPr bwMode="auto">
          <a:xfrm>
            <a:off x="-3352800" y="702630"/>
            <a:ext cx="762000" cy="762000"/>
          </a:xfrm>
          <a:prstGeom prst="rect">
            <a:avLst/>
          </a:prstGeom>
          <a:noFill/>
        </p:spPr>
      </p:pic>
      <p:pic>
        <p:nvPicPr>
          <p:cNvPr id="1029" name="Picture 5" descr="E:\PROJECT_DATA\money_icon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2133600" y="3962400"/>
            <a:ext cx="758952" cy="75895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30" name="Picture 6" descr="E:\PROJECT_DATA\change_time_iconn.jpg"/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242"/>
          <a:stretch>
            <a:fillRect/>
          </a:stretch>
        </p:blipFill>
        <p:spPr bwMode="auto">
          <a:xfrm>
            <a:off x="5181600" y="1371600"/>
            <a:ext cx="1295400" cy="1219200"/>
          </a:xfrm>
          <a:prstGeom prst="rect">
            <a:avLst/>
          </a:prstGeom>
          <a:ln w="3175" cap="sq">
            <a:solidFill>
              <a:schemeClr val="tx1"/>
            </a:solidFill>
            <a:prstDash val="solid"/>
            <a:miter lim="800000"/>
          </a:ln>
          <a:effectLst/>
        </p:spPr>
      </p:pic>
      <p:pic>
        <p:nvPicPr>
          <p:cNvPr id="1035" name="Picture 11" descr="E:\PROJECT_DATA\shaking_icon.png"/>
          <p:cNvPicPr>
            <a:picLocks noChangeAspect="1" noChangeArrowheads="1"/>
          </p:cNvPicPr>
          <p:nvPr/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370" b="24236"/>
          <a:stretch>
            <a:fillRect/>
          </a:stretch>
        </p:blipFill>
        <p:spPr bwMode="auto">
          <a:xfrm>
            <a:off x="3810000" y="1371600"/>
            <a:ext cx="1295400" cy="1219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1037" name="Picture 13" descr="E:\PROJECT_DATA\message_send_icon.jpg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6553200" y="1371600"/>
            <a:ext cx="1143000" cy="1219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6" name="Picture 2" descr="E:\PROJECT_DATA\allcustomer.png"/>
          <p:cNvPicPr>
            <a:picLocks noChangeAspect="1" noChangeArrowheads="1"/>
          </p:cNvPicPr>
          <p:nvPr/>
        </p:nvPicPr>
        <p:blipFill>
          <a:blip r:embed="rId20"/>
          <a:srcRect l="3750" t="4211" r="73750" b="70526"/>
          <a:stretch>
            <a:fillRect/>
          </a:stretch>
        </p:blipFill>
        <p:spPr bwMode="auto">
          <a:xfrm>
            <a:off x="-2133600" y="914400"/>
            <a:ext cx="762000" cy="7620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7" name="Picture 2" descr="E:\PROJECT_DATA\delivery_byhand_icon.png"/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7407" t="11111" r="7407" b="11111"/>
          <a:stretch>
            <a:fillRect/>
          </a:stretch>
        </p:blipFill>
        <p:spPr bwMode="auto">
          <a:xfrm>
            <a:off x="5181600" y="2590800"/>
            <a:ext cx="1295400" cy="1219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2050" name="Picture 2" descr="E:\PROJECT_DATA\delete_icon.png"/>
          <p:cNvPicPr>
            <a:picLocks noChangeAspect="1" noChangeArrowheads="1"/>
          </p:cNvPicPr>
          <p:nvPr/>
        </p:nvPicPr>
        <p:blipFill>
          <a:blip r:embed="rId22" cstate="print"/>
          <a:srcRect l="8561" r="11534" b="2973"/>
          <a:stretch>
            <a:fillRect/>
          </a:stretch>
        </p:blipFill>
        <p:spPr bwMode="auto">
          <a:xfrm>
            <a:off x="2362200" y="1371600"/>
            <a:ext cx="1295400" cy="1219199"/>
          </a:xfrm>
          <a:prstGeom prst="rect">
            <a:avLst/>
          </a:prstGeom>
          <a:noFill/>
        </p:spPr>
      </p:pic>
      <p:pic>
        <p:nvPicPr>
          <p:cNvPr id="2051" name="Picture 3" descr="E:\PROJECT_DATA\delete_icon.png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3810000" y="2590801"/>
            <a:ext cx="1295400" cy="1219199"/>
          </a:xfrm>
          <a:prstGeom prst="rect">
            <a:avLst/>
          </a:prstGeom>
          <a:noFill/>
        </p:spPr>
      </p:pic>
      <p:sp>
        <p:nvSpPr>
          <p:cNvPr id="40" name="Rounded Rectangle 18"/>
          <p:cNvSpPr/>
          <p:nvPr/>
        </p:nvSpPr>
        <p:spPr>
          <a:xfrm>
            <a:off x="-1319213" y="-291025"/>
            <a:ext cx="1143000" cy="1143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ffectLst>
                <a:outerShdw blurRad="50800" dist="50800" dir="5400000" sx="42000" sy="42000" algn="ctr" rotWithShape="0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3200400" cy="5486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4" descr="Image result for female png icon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-1981200" y="3581400"/>
            <a:ext cx="436425" cy="2727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1127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600200" y="2438400"/>
            <a:ext cx="694974" cy="457200"/>
          </a:xfrm>
          <a:prstGeom prst="rect">
            <a:avLst/>
          </a:prstGeom>
          <a:noFill/>
        </p:spPr>
      </p:pic>
      <p:grpSp>
        <p:nvGrpSpPr>
          <p:cNvPr id="23" name="Group 22"/>
          <p:cNvGrpSpPr/>
          <p:nvPr/>
        </p:nvGrpSpPr>
        <p:grpSpPr>
          <a:xfrm>
            <a:off x="5255128" y="253613"/>
            <a:ext cx="1143000" cy="228600"/>
            <a:chOff x="381000" y="152400"/>
            <a:chExt cx="2362200" cy="533091"/>
          </a:xfrm>
        </p:grpSpPr>
        <p:sp>
          <p:nvSpPr>
            <p:cNvPr id="10" name="Rounded Rectangle 9"/>
            <p:cNvSpPr/>
            <p:nvPr/>
          </p:nvSpPr>
          <p:spPr>
            <a:xfrm>
              <a:off x="381000" y="152400"/>
              <a:ext cx="2362200" cy="533091"/>
            </a:xfrm>
            <a:prstGeom prst="roundRect">
              <a:avLst>
                <a:gd name="adj" fmla="val 50000"/>
              </a:avLst>
            </a:prstGeom>
            <a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23747" y="185853"/>
              <a:ext cx="490653" cy="457200"/>
            </a:xfrm>
            <a:prstGeom prst="ellipse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6" descr="Related imag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8349" y="273204"/>
              <a:ext cx="416984" cy="274320"/>
            </a:xfrm>
            <a:prstGeom prst="rect">
              <a:avLst/>
            </a:prstGeom>
            <a:noFill/>
          </p:spPr>
        </p:pic>
      </p:grpSp>
      <p:sp>
        <p:nvSpPr>
          <p:cNvPr id="19" name="Rounded Rectangle 18"/>
          <p:cNvSpPr/>
          <p:nvPr/>
        </p:nvSpPr>
        <p:spPr>
          <a:xfrm>
            <a:off x="1676400" y="2743200"/>
            <a:ext cx="1143000" cy="1143000"/>
          </a:xfrm>
          <a:prstGeom prst="ellipse">
            <a:avLst/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4" descr="Image result for female png icon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lum bright="-40000"/>
          </a:blip>
          <a:srcRect/>
          <a:stretch>
            <a:fillRect/>
          </a:stretch>
        </p:blipFill>
        <p:spPr bwMode="auto">
          <a:xfrm>
            <a:off x="1852550" y="2895600"/>
            <a:ext cx="795774" cy="812646"/>
          </a:xfrm>
          <a:prstGeom prst="ellipse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25" name="Rounded Rectangle 24"/>
          <p:cNvSpPr/>
          <p:nvPr/>
        </p:nvSpPr>
        <p:spPr>
          <a:xfrm>
            <a:off x="-1752600" y="1524000"/>
            <a:ext cx="1143000" cy="228600"/>
          </a:xfrm>
          <a:prstGeom prst="roundRect">
            <a:avLst>
              <a:gd name="adj" fmla="val 50000"/>
            </a:avLst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Female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ounded Rectangle 18"/>
          <p:cNvSpPr/>
          <p:nvPr/>
        </p:nvSpPr>
        <p:spPr>
          <a:xfrm>
            <a:off x="304800" y="705081"/>
            <a:ext cx="1143000" cy="1143000"/>
          </a:xfrm>
          <a:prstGeom prst="ellipse">
            <a:avLst/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628406" y="571274"/>
            <a:ext cx="990601" cy="762000"/>
          </a:xfrm>
          <a:prstGeom prst="rect">
            <a:avLst/>
          </a:prstGeom>
          <a:noFill/>
        </p:spPr>
      </p:pic>
      <p:pic>
        <p:nvPicPr>
          <p:cNvPr id="2050" name="Picture 2" descr="E:\PROJECT_DATA\New folder\useridico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548188" y="1093788"/>
            <a:ext cx="585788" cy="457200"/>
          </a:xfrm>
          <a:prstGeom prst="rect">
            <a:avLst/>
          </a:prstGeom>
          <a:noFill/>
        </p:spPr>
      </p:pic>
      <p:pic>
        <p:nvPicPr>
          <p:cNvPr id="20" name="Picture 3" descr="E:\PROJECT_DATA\shawa_ll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6" t="18206" r="28358" b="26505"/>
          <a:stretch/>
        </p:blipFill>
        <p:spPr bwMode="auto">
          <a:xfrm>
            <a:off x="3096378" y="2243928"/>
            <a:ext cx="2494220" cy="2376092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C:\Users\Tajmir khan\Desktop\length.png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9" t="13838" r="12961" b="15814"/>
          <a:stretch/>
        </p:blipFill>
        <p:spPr bwMode="auto">
          <a:xfrm>
            <a:off x="-4525490" y="3886200"/>
            <a:ext cx="781793" cy="643265"/>
          </a:xfrm>
          <a:prstGeom prst="ellipse">
            <a:avLst/>
          </a:prstGeom>
          <a:ln w="3175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398128" y="253613"/>
            <a:ext cx="5196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1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Male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-982863" y="363233"/>
            <a:ext cx="786384" cy="640080"/>
            <a:chOff x="-982863" y="363233"/>
            <a:chExt cx="4800600" cy="4534012"/>
          </a:xfrm>
        </p:grpSpPr>
        <p:pic>
          <p:nvPicPr>
            <p:cNvPr id="3" name="Picture 3" descr="C:\Users\Tajmir khan\Desktop\general_female.pn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25" t="14038" r="11977" b="14657"/>
            <a:stretch/>
          </p:blipFill>
          <p:spPr bwMode="auto">
            <a:xfrm>
              <a:off x="-982863" y="363233"/>
              <a:ext cx="4800600" cy="4534012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8" name="Straight Connector 47"/>
            <p:cNvCxnSpPr/>
            <p:nvPr/>
          </p:nvCxnSpPr>
          <p:spPr>
            <a:xfrm rot="4920000">
              <a:off x="2520597" y="2894429"/>
              <a:ext cx="0" cy="351633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E:\PROJECT_DATA\shawa_ll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60" t="35661" r="2769" b="10110"/>
          <a:stretch/>
        </p:blipFill>
        <p:spPr bwMode="auto">
          <a:xfrm>
            <a:off x="-4873230" y="6412"/>
            <a:ext cx="2298761" cy="199380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2" name="Group 2051"/>
          <p:cNvGrpSpPr/>
          <p:nvPr/>
        </p:nvGrpSpPr>
        <p:grpSpPr>
          <a:xfrm>
            <a:off x="-990780" y="-289056"/>
            <a:ext cx="786384" cy="640080"/>
            <a:chOff x="-990780" y="-289056"/>
            <a:chExt cx="5178074" cy="4409794"/>
          </a:xfrm>
        </p:grpSpPr>
        <p:pic>
          <p:nvPicPr>
            <p:cNvPr id="1031" name="Picture 7" descr="C:\Users\Tajmir khan\Desktop\shalwargeneral.png"/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65" t="21071" r="16243" b="21536"/>
            <a:stretch/>
          </p:blipFill>
          <p:spPr bwMode="auto">
            <a:xfrm>
              <a:off x="-990780" y="-289056"/>
              <a:ext cx="5178074" cy="4409794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51" name="Straight Connector 2050"/>
            <p:cNvCxnSpPr/>
            <p:nvPr/>
          </p:nvCxnSpPr>
          <p:spPr>
            <a:xfrm>
              <a:off x="1371600" y="379788"/>
              <a:ext cx="0" cy="3486252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3" descr="E:\PROJECT_DATA\female_length_icon\hip_jeans_feamle_ico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4469" y="2227186"/>
            <a:ext cx="786384" cy="690983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/>
          <p:cNvGrpSpPr/>
          <p:nvPr/>
        </p:nvGrpSpPr>
        <p:grpSpPr>
          <a:xfrm>
            <a:off x="-2698831" y="3189741"/>
            <a:ext cx="786384" cy="640080"/>
            <a:chOff x="-2698831" y="3189741"/>
            <a:chExt cx="2315688" cy="2036182"/>
          </a:xfrm>
        </p:grpSpPr>
        <p:pic>
          <p:nvPicPr>
            <p:cNvPr id="5" name="Picture 2" descr="C:\Users\Tajmir khan\Desktop\shalwargeneral.png"/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07" t="20375" r="16061" b="20187"/>
            <a:stretch/>
          </p:blipFill>
          <p:spPr bwMode="auto">
            <a:xfrm>
              <a:off x="-2698831" y="3189741"/>
              <a:ext cx="2315688" cy="2036182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Connector 13"/>
            <p:cNvCxnSpPr/>
            <p:nvPr/>
          </p:nvCxnSpPr>
          <p:spPr>
            <a:xfrm flipV="1">
              <a:off x="-1676400" y="3497478"/>
              <a:ext cx="0" cy="157978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061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3200400" cy="5486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4" descr="Image result for female png icon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-1981200" y="3581400"/>
            <a:ext cx="436425" cy="2727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1127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600200" y="2438400"/>
            <a:ext cx="694974" cy="457200"/>
          </a:xfrm>
          <a:prstGeom prst="rect">
            <a:avLst/>
          </a:prstGeom>
          <a:noFill/>
        </p:spPr>
      </p:pic>
      <p:grpSp>
        <p:nvGrpSpPr>
          <p:cNvPr id="23" name="Group 22"/>
          <p:cNvGrpSpPr/>
          <p:nvPr/>
        </p:nvGrpSpPr>
        <p:grpSpPr>
          <a:xfrm>
            <a:off x="4602678" y="887173"/>
            <a:ext cx="1143000" cy="228600"/>
            <a:chOff x="381000" y="152400"/>
            <a:chExt cx="2362200" cy="533091"/>
          </a:xfrm>
        </p:grpSpPr>
        <p:sp>
          <p:nvSpPr>
            <p:cNvPr id="10" name="Rounded Rectangle 9"/>
            <p:cNvSpPr/>
            <p:nvPr/>
          </p:nvSpPr>
          <p:spPr>
            <a:xfrm>
              <a:off x="381000" y="152400"/>
              <a:ext cx="2362200" cy="533091"/>
            </a:xfrm>
            <a:prstGeom prst="roundRect">
              <a:avLst>
                <a:gd name="adj" fmla="val 50000"/>
              </a:avLst>
            </a:prstGeom>
            <a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Male</a:t>
              </a:r>
              <a:endPara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23747" y="185853"/>
              <a:ext cx="490653" cy="457200"/>
            </a:xfrm>
            <a:prstGeom prst="ellipse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6" descr="Related imag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8349" y="273204"/>
              <a:ext cx="416984" cy="274320"/>
            </a:xfrm>
            <a:prstGeom prst="rect">
              <a:avLst/>
            </a:prstGeom>
            <a:noFill/>
          </p:spPr>
        </p:pic>
      </p:grpSp>
      <p:sp>
        <p:nvSpPr>
          <p:cNvPr id="19" name="Rounded Rectangle 18"/>
          <p:cNvSpPr/>
          <p:nvPr/>
        </p:nvSpPr>
        <p:spPr>
          <a:xfrm>
            <a:off x="1676400" y="2743200"/>
            <a:ext cx="1143000" cy="1143000"/>
          </a:xfrm>
          <a:prstGeom prst="ellipse">
            <a:avLst/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4" descr="Image result for female png icon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lum bright="-40000"/>
          </a:blip>
          <a:srcRect/>
          <a:stretch>
            <a:fillRect/>
          </a:stretch>
        </p:blipFill>
        <p:spPr bwMode="auto">
          <a:xfrm>
            <a:off x="1852550" y="2895600"/>
            <a:ext cx="795774" cy="812646"/>
          </a:xfrm>
          <a:prstGeom prst="ellipse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25" name="Rounded Rectangle 24"/>
          <p:cNvSpPr/>
          <p:nvPr/>
        </p:nvSpPr>
        <p:spPr>
          <a:xfrm>
            <a:off x="-1752600" y="1524000"/>
            <a:ext cx="1143000" cy="228600"/>
          </a:xfrm>
          <a:prstGeom prst="roundRect">
            <a:avLst>
              <a:gd name="adj" fmla="val 50000"/>
            </a:avLst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Female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ounded Rectangle 18"/>
          <p:cNvSpPr/>
          <p:nvPr/>
        </p:nvSpPr>
        <p:spPr>
          <a:xfrm>
            <a:off x="381000" y="2743200"/>
            <a:ext cx="1143000" cy="1143000"/>
          </a:xfrm>
          <a:prstGeom prst="ellipse">
            <a:avLst/>
          </a:prstGeom>
          <a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199" y="2895600"/>
            <a:ext cx="990601" cy="762000"/>
          </a:xfrm>
          <a:prstGeom prst="rect">
            <a:avLst/>
          </a:prstGeom>
          <a:noFill/>
        </p:spPr>
      </p:pic>
      <p:pic>
        <p:nvPicPr>
          <p:cNvPr id="2050" name="Picture 2" descr="E:\PROJECT_DATA\New folder\useridico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548188" y="1093788"/>
            <a:ext cx="585788" cy="457200"/>
          </a:xfrm>
          <a:prstGeom prst="rect">
            <a:avLst/>
          </a:prstGeom>
          <a:noFill/>
        </p:spPr>
      </p:pic>
      <p:pic>
        <p:nvPicPr>
          <p:cNvPr id="1026" name="Picture 2" descr="E:\PROJECT_DATA\shawa_ll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4" t="10135" b="44933"/>
          <a:stretch/>
        </p:blipFill>
        <p:spPr bwMode="auto">
          <a:xfrm>
            <a:off x="125680" y="942720"/>
            <a:ext cx="3073730" cy="271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-4787591" y="152400"/>
            <a:ext cx="786384" cy="640080"/>
            <a:chOff x="-4787591" y="152400"/>
            <a:chExt cx="5612782" cy="4314410"/>
          </a:xfrm>
        </p:grpSpPr>
        <p:pic>
          <p:nvPicPr>
            <p:cNvPr id="1028" name="Picture 4" descr="C:\Users\Tajmir khan\Desktop\general_shirt_female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87591" y="152400"/>
              <a:ext cx="5612782" cy="431441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" name="Straight Connector 11"/>
            <p:cNvCxnSpPr/>
            <p:nvPr/>
          </p:nvCxnSpPr>
          <p:spPr>
            <a:xfrm flipH="1">
              <a:off x="-3246097" y="3962400"/>
              <a:ext cx="333807" cy="0"/>
            </a:xfrm>
            <a:prstGeom prst="line">
              <a:avLst/>
            </a:pr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1713592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3778</TotalTime>
  <Words>25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Slipstream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Tajmir khan</dc:creator>
  <cp:lastModifiedBy>Tajmir khan</cp:lastModifiedBy>
  <cp:revision>96</cp:revision>
  <dcterms:created xsi:type="dcterms:W3CDTF">2017-09-11T17:48:35Z</dcterms:created>
  <dcterms:modified xsi:type="dcterms:W3CDTF">2018-01-02T10:52:30Z</dcterms:modified>
</cp:coreProperties>
</file>