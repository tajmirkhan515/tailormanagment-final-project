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90" autoAdjust="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0DABCB-F0E6-459C-A8E4-E7B6092FF5C6}" type="doc">
      <dgm:prSet loTypeId="urn:microsoft.com/office/officeart/2005/8/layout/orgChart1" loCatId="hierarchy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4AF0C4D-D249-49AF-92C6-97C535C1D44F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Main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0E30011-8D40-4C4C-AA79-25FC5E500A0A}" type="parTrans" cxnId="{D87C1D24-9EBE-4B31-9DE9-825CD9F8C7FC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C555AB8D-7CE6-407E-B8B2-2533EF962A94}" type="sibTrans" cxnId="{D87C1D24-9EBE-4B31-9DE9-825CD9F8C7FC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E8A9346B-7C3B-4B5D-BD2C-53E33B08D34C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Insert record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5874680A-59B9-4B96-A5A9-E8ED4B5DCA0B}" type="parTrans" cxnId="{76C76846-44E7-47B4-943F-E720F411FD8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CDD1F3F9-8670-4B50-96B5-EB90E232A505}" type="sibTrans" cxnId="{76C76846-44E7-47B4-943F-E720F411FD83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81A9E6C2-F2D1-4F7D-BE49-BB0F6318005B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Updating records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BEA9339E-13D6-4DF6-8D29-845F0490B4E2}" type="parTrans" cxnId="{CBFC2739-B05B-4795-811F-17BC15DE2EAC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3E161042-AF5D-4304-8D8F-9DA349092E1C}" type="sibTrans" cxnId="{CBFC2739-B05B-4795-811F-17BC15DE2EAC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495F0D33-D46A-4415-AD9B-3241A90CF147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Show records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F7791CDF-ED0C-4A16-9E88-793CE57F0255}" type="parTrans" cxnId="{3898FD85-31A7-49FD-8BC7-B3BD75958A7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6C60AE84-2EEA-4D70-AAAF-9B48A2D0FCD2}" type="sibTrans" cxnId="{3898FD85-31A7-49FD-8BC7-B3BD75958A7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3FB01C77-E511-4BC3-8936-CEB41768401B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View order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2624C32-7EE8-4BA7-BDA7-FBEA1C89ABCF}" type="parTrans" cxnId="{2FC78CD0-3AEF-4C5D-A858-51D93E6A4F8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F942C40-347A-400D-8946-0242F57C5C25}" type="sibTrans" cxnId="{2FC78CD0-3AEF-4C5D-A858-51D93E6A4F8A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5CBF86BA-1019-45F4-B44E-6E64C5CF7515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New order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AB38AAB4-D278-4A10-95BD-6F297AAF08EC}" type="parTrans" cxnId="{8C167F5A-8895-404B-ADEA-A5FCD7AE05A2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0621FF9F-698E-4DFF-95C3-B70FE9E57384}" type="sibTrans" cxnId="{8C167F5A-8895-404B-ADEA-A5FCD7AE05A2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7465A352-9CF9-499B-9247-950B4B96F3C1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Select design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71788F2-8CE9-41AE-B907-35D51461A466}" type="parTrans" cxnId="{7C7928AD-3AB6-4EDA-B8CF-6220A75FF2C4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FB83BAED-7D34-4976-A156-AC162C58B9A5}" type="sibTrans" cxnId="{7C7928AD-3AB6-4EDA-B8CF-6220A75FF2C4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DD936152-1110-4300-977A-151A3DE91546}">
      <dgm:prSet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Cloth Measurement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4892E894-317C-4E20-9C0B-8D0B7F95E913}" type="parTrans" cxnId="{297D80E1-AA51-43E2-8FB7-6A80377FACE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19AE22D9-B74E-4E19-AC98-CB623A309628}" type="sibTrans" cxnId="{297D80E1-AA51-43E2-8FB7-6A80377FACE9}">
      <dgm:prSet/>
      <dgm:spPr/>
      <dgm:t>
        <a:bodyPr/>
        <a:lstStyle/>
        <a:p>
          <a:endParaRPr lang="en-US">
            <a:latin typeface="Times New Roman" pitchFamily="18" charset="0"/>
            <a:cs typeface="Times New Roman" pitchFamily="18" charset="0"/>
          </a:endParaRPr>
        </a:p>
      </dgm:t>
    </dgm:pt>
    <dgm:pt modelId="{7AAD8A41-9898-49C2-AFA6-BBDACF96343E}" type="pres">
      <dgm:prSet presAssocID="{DB0DABCB-F0E6-459C-A8E4-E7B6092FF5C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FD4D1CA-9778-4669-B927-1DE32AD8213B}" type="pres">
      <dgm:prSet presAssocID="{D4AF0C4D-D249-49AF-92C6-97C535C1D44F}" presName="hierRoot1" presStyleCnt="0">
        <dgm:presLayoutVars>
          <dgm:hierBranch val="init"/>
        </dgm:presLayoutVars>
      </dgm:prSet>
      <dgm:spPr/>
    </dgm:pt>
    <dgm:pt modelId="{F9984A22-7C90-4B35-BA93-51DD6F4C6593}" type="pres">
      <dgm:prSet presAssocID="{D4AF0C4D-D249-49AF-92C6-97C535C1D44F}" presName="rootComposite1" presStyleCnt="0"/>
      <dgm:spPr/>
    </dgm:pt>
    <dgm:pt modelId="{29A17EA4-572A-4268-8DA9-7E6535F9E239}" type="pres">
      <dgm:prSet presAssocID="{D4AF0C4D-D249-49AF-92C6-97C535C1D44F}" presName="rootText1" presStyleLbl="node0" presStyleIdx="0" presStyleCnt="1" custLinFactNeighborY="-8058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E74B5B-4ED5-454D-8B55-BFF3A1F64F39}" type="pres">
      <dgm:prSet presAssocID="{D4AF0C4D-D249-49AF-92C6-97C535C1D44F}" presName="rootConnector1" presStyleLbl="node1" presStyleIdx="0" presStyleCnt="0"/>
      <dgm:spPr/>
    </dgm:pt>
    <dgm:pt modelId="{B4B608A6-CB79-4C62-AD5D-8E3A3C11B4EF}" type="pres">
      <dgm:prSet presAssocID="{D4AF0C4D-D249-49AF-92C6-97C535C1D44F}" presName="hierChild2" presStyleCnt="0"/>
      <dgm:spPr/>
    </dgm:pt>
    <dgm:pt modelId="{0BB5749A-1EC4-421A-8912-F1325D174A63}" type="pres">
      <dgm:prSet presAssocID="{5874680A-59B9-4B96-A5A9-E8ED4B5DCA0B}" presName="Name37" presStyleLbl="parChTrans1D2" presStyleIdx="0" presStyleCnt="5"/>
      <dgm:spPr/>
    </dgm:pt>
    <dgm:pt modelId="{2296BB2A-D730-4CEC-A4CA-AE5B0316A62D}" type="pres">
      <dgm:prSet presAssocID="{E8A9346B-7C3B-4B5D-BD2C-53E33B08D34C}" presName="hierRoot2" presStyleCnt="0">
        <dgm:presLayoutVars>
          <dgm:hierBranch val="init"/>
        </dgm:presLayoutVars>
      </dgm:prSet>
      <dgm:spPr/>
    </dgm:pt>
    <dgm:pt modelId="{A42839A7-BDCF-4726-9086-FA560C550FC3}" type="pres">
      <dgm:prSet presAssocID="{E8A9346B-7C3B-4B5D-BD2C-53E33B08D34C}" presName="rootComposite" presStyleCnt="0"/>
      <dgm:spPr/>
    </dgm:pt>
    <dgm:pt modelId="{64BAB0E5-D024-4AE2-A07A-2BDF2CA94DB0}" type="pres">
      <dgm:prSet presAssocID="{E8A9346B-7C3B-4B5D-BD2C-53E33B08D34C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D900D28-E178-4AB6-885E-B405A429A07F}" type="pres">
      <dgm:prSet presAssocID="{E8A9346B-7C3B-4B5D-BD2C-53E33B08D34C}" presName="rootConnector" presStyleLbl="node2" presStyleIdx="0" presStyleCnt="5"/>
      <dgm:spPr/>
    </dgm:pt>
    <dgm:pt modelId="{D0E7D5AA-68E2-4149-8BC5-098F677DF1B1}" type="pres">
      <dgm:prSet presAssocID="{E8A9346B-7C3B-4B5D-BD2C-53E33B08D34C}" presName="hierChild4" presStyleCnt="0"/>
      <dgm:spPr/>
    </dgm:pt>
    <dgm:pt modelId="{2F00BC03-7F31-4F56-9934-4DE60C182FE5}" type="pres">
      <dgm:prSet presAssocID="{4892E894-317C-4E20-9C0B-8D0B7F95E913}" presName="Name37" presStyleLbl="parChTrans1D3" presStyleIdx="0" presStyleCnt="2"/>
      <dgm:spPr/>
    </dgm:pt>
    <dgm:pt modelId="{2E50A641-9FEA-423A-AA59-7F4AAF58B89F}" type="pres">
      <dgm:prSet presAssocID="{DD936152-1110-4300-977A-151A3DE91546}" presName="hierRoot2" presStyleCnt="0">
        <dgm:presLayoutVars>
          <dgm:hierBranch val="init"/>
        </dgm:presLayoutVars>
      </dgm:prSet>
      <dgm:spPr/>
    </dgm:pt>
    <dgm:pt modelId="{CC51CD08-0DB5-4C5A-92AC-82A4D9D82661}" type="pres">
      <dgm:prSet presAssocID="{DD936152-1110-4300-977A-151A3DE91546}" presName="rootComposite" presStyleCnt="0"/>
      <dgm:spPr/>
    </dgm:pt>
    <dgm:pt modelId="{8122015A-8E39-4BAA-AAD8-45083063B268}" type="pres">
      <dgm:prSet presAssocID="{DD936152-1110-4300-977A-151A3DE91546}" presName="rootText" presStyleLbl="node3" presStyleIdx="0" presStyleCnt="2" custScaleX="1331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61E58A0-A808-42EF-9FD1-AB6B1DD2BB50}" type="pres">
      <dgm:prSet presAssocID="{DD936152-1110-4300-977A-151A3DE91546}" presName="rootConnector" presStyleLbl="node3" presStyleIdx="0" presStyleCnt="2"/>
      <dgm:spPr/>
    </dgm:pt>
    <dgm:pt modelId="{4F5E0ADD-2C76-4C99-8C7B-7EDE5D4A9089}" type="pres">
      <dgm:prSet presAssocID="{DD936152-1110-4300-977A-151A3DE91546}" presName="hierChild4" presStyleCnt="0"/>
      <dgm:spPr/>
    </dgm:pt>
    <dgm:pt modelId="{7785780E-5568-4C91-B563-BCAA46F31434}" type="pres">
      <dgm:prSet presAssocID="{DD936152-1110-4300-977A-151A3DE91546}" presName="hierChild5" presStyleCnt="0"/>
      <dgm:spPr/>
    </dgm:pt>
    <dgm:pt modelId="{EDE51992-E6F9-4A47-8134-FBC3664A7679}" type="pres">
      <dgm:prSet presAssocID="{E8A9346B-7C3B-4B5D-BD2C-53E33B08D34C}" presName="hierChild5" presStyleCnt="0"/>
      <dgm:spPr/>
    </dgm:pt>
    <dgm:pt modelId="{D54F1F04-56BE-4787-9763-07971541FE80}" type="pres">
      <dgm:prSet presAssocID="{BEA9339E-13D6-4DF6-8D29-845F0490B4E2}" presName="Name37" presStyleLbl="parChTrans1D2" presStyleIdx="1" presStyleCnt="5"/>
      <dgm:spPr/>
    </dgm:pt>
    <dgm:pt modelId="{0C81B30C-3623-4100-AEED-2171440BB1C6}" type="pres">
      <dgm:prSet presAssocID="{81A9E6C2-F2D1-4F7D-BE49-BB0F6318005B}" presName="hierRoot2" presStyleCnt="0">
        <dgm:presLayoutVars>
          <dgm:hierBranch val="init"/>
        </dgm:presLayoutVars>
      </dgm:prSet>
      <dgm:spPr/>
    </dgm:pt>
    <dgm:pt modelId="{EA8BC5E0-0D99-4258-B2A3-57A3945BDC90}" type="pres">
      <dgm:prSet presAssocID="{81A9E6C2-F2D1-4F7D-BE49-BB0F6318005B}" presName="rootComposite" presStyleCnt="0"/>
      <dgm:spPr/>
    </dgm:pt>
    <dgm:pt modelId="{75CBD4EE-07D0-4780-8FA0-3CA5EB7BF4BB}" type="pres">
      <dgm:prSet presAssocID="{81A9E6C2-F2D1-4F7D-BE49-BB0F6318005B}" presName="rootText" presStyleLbl="node2" presStyleIdx="1" presStyleCnt="5">
        <dgm:presLayoutVars>
          <dgm:chPref val="3"/>
        </dgm:presLayoutVars>
      </dgm:prSet>
      <dgm:spPr/>
    </dgm:pt>
    <dgm:pt modelId="{22BDC20C-D0E4-4558-A553-A90FC8C1A434}" type="pres">
      <dgm:prSet presAssocID="{81A9E6C2-F2D1-4F7D-BE49-BB0F6318005B}" presName="rootConnector" presStyleLbl="node2" presStyleIdx="1" presStyleCnt="5"/>
      <dgm:spPr/>
    </dgm:pt>
    <dgm:pt modelId="{DF42BA5A-8131-4F1F-9889-BAEA149CFB0C}" type="pres">
      <dgm:prSet presAssocID="{81A9E6C2-F2D1-4F7D-BE49-BB0F6318005B}" presName="hierChild4" presStyleCnt="0"/>
      <dgm:spPr/>
    </dgm:pt>
    <dgm:pt modelId="{730E7E61-31F8-4A99-8CE0-3E6780909217}" type="pres">
      <dgm:prSet presAssocID="{81A9E6C2-F2D1-4F7D-BE49-BB0F6318005B}" presName="hierChild5" presStyleCnt="0"/>
      <dgm:spPr/>
    </dgm:pt>
    <dgm:pt modelId="{A9D592B6-E54E-4D80-8D80-04AC6566FB79}" type="pres">
      <dgm:prSet presAssocID="{F7791CDF-ED0C-4A16-9E88-793CE57F0255}" presName="Name37" presStyleLbl="parChTrans1D2" presStyleIdx="2" presStyleCnt="5"/>
      <dgm:spPr/>
    </dgm:pt>
    <dgm:pt modelId="{48B8FB77-6B05-44EB-B17F-B90166C78B34}" type="pres">
      <dgm:prSet presAssocID="{495F0D33-D46A-4415-AD9B-3241A90CF147}" presName="hierRoot2" presStyleCnt="0">
        <dgm:presLayoutVars>
          <dgm:hierBranch val="init"/>
        </dgm:presLayoutVars>
      </dgm:prSet>
      <dgm:spPr/>
    </dgm:pt>
    <dgm:pt modelId="{F889C8B0-68E7-43DC-B0E2-85357FF521C3}" type="pres">
      <dgm:prSet presAssocID="{495F0D33-D46A-4415-AD9B-3241A90CF147}" presName="rootComposite" presStyleCnt="0"/>
      <dgm:spPr/>
    </dgm:pt>
    <dgm:pt modelId="{1A7891F7-B475-4B3D-9561-2788A11ED41A}" type="pres">
      <dgm:prSet presAssocID="{495F0D33-D46A-4415-AD9B-3241A90CF147}" presName="rootText" presStyleLbl="node2" presStyleIdx="2" presStyleCnt="5">
        <dgm:presLayoutVars>
          <dgm:chPref val="3"/>
        </dgm:presLayoutVars>
      </dgm:prSet>
      <dgm:spPr/>
    </dgm:pt>
    <dgm:pt modelId="{A43C13B7-5E01-402F-A67B-3809870ED07B}" type="pres">
      <dgm:prSet presAssocID="{495F0D33-D46A-4415-AD9B-3241A90CF147}" presName="rootConnector" presStyleLbl="node2" presStyleIdx="2" presStyleCnt="5"/>
      <dgm:spPr/>
    </dgm:pt>
    <dgm:pt modelId="{BA3AA4F4-D260-48CC-AB75-C928114ED879}" type="pres">
      <dgm:prSet presAssocID="{495F0D33-D46A-4415-AD9B-3241A90CF147}" presName="hierChild4" presStyleCnt="0"/>
      <dgm:spPr/>
    </dgm:pt>
    <dgm:pt modelId="{A121B4B7-EB23-4A00-9AF4-92BF4B2D2131}" type="pres">
      <dgm:prSet presAssocID="{495F0D33-D46A-4415-AD9B-3241A90CF147}" presName="hierChild5" presStyleCnt="0"/>
      <dgm:spPr/>
    </dgm:pt>
    <dgm:pt modelId="{74A50558-6D2B-4CF1-8AB9-0F36C1A18868}" type="pres">
      <dgm:prSet presAssocID="{AB38AAB4-D278-4A10-95BD-6F297AAF08EC}" presName="Name37" presStyleLbl="parChTrans1D2" presStyleIdx="3" presStyleCnt="5"/>
      <dgm:spPr/>
      <dgm:t>
        <a:bodyPr/>
        <a:lstStyle/>
        <a:p>
          <a:endParaRPr lang="en-US"/>
        </a:p>
      </dgm:t>
    </dgm:pt>
    <dgm:pt modelId="{F20077DF-F734-40CC-A353-706EB4ED3B22}" type="pres">
      <dgm:prSet presAssocID="{5CBF86BA-1019-45F4-B44E-6E64C5CF7515}" presName="hierRoot2" presStyleCnt="0">
        <dgm:presLayoutVars>
          <dgm:hierBranch val="init"/>
        </dgm:presLayoutVars>
      </dgm:prSet>
      <dgm:spPr/>
    </dgm:pt>
    <dgm:pt modelId="{B4D7FC28-1483-489A-AA0A-230D648C8374}" type="pres">
      <dgm:prSet presAssocID="{5CBF86BA-1019-45F4-B44E-6E64C5CF7515}" presName="rootComposite" presStyleCnt="0"/>
      <dgm:spPr/>
    </dgm:pt>
    <dgm:pt modelId="{E5A1F09B-1212-4CC9-8E87-CBD90BC0BF50}" type="pres">
      <dgm:prSet presAssocID="{5CBF86BA-1019-45F4-B44E-6E64C5CF7515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8988F6D-DDC5-421C-B32D-E132FBEFA488}" type="pres">
      <dgm:prSet presAssocID="{5CBF86BA-1019-45F4-B44E-6E64C5CF7515}" presName="rootConnector" presStyleLbl="node2" presStyleIdx="3" presStyleCnt="5"/>
      <dgm:spPr/>
    </dgm:pt>
    <dgm:pt modelId="{7A2B3178-A017-46EF-AFA2-819568E9AEA9}" type="pres">
      <dgm:prSet presAssocID="{5CBF86BA-1019-45F4-B44E-6E64C5CF7515}" presName="hierChild4" presStyleCnt="0"/>
      <dgm:spPr/>
    </dgm:pt>
    <dgm:pt modelId="{2FECCD14-4FA4-4624-A127-08A2803BAFA0}" type="pres">
      <dgm:prSet presAssocID="{C71788F2-8CE9-41AE-B907-35D51461A466}" presName="Name37" presStyleLbl="parChTrans1D3" presStyleIdx="1" presStyleCnt="2"/>
      <dgm:spPr/>
    </dgm:pt>
    <dgm:pt modelId="{9BCB23DB-44CD-4E1D-B689-8560B4ECC11E}" type="pres">
      <dgm:prSet presAssocID="{7465A352-9CF9-499B-9247-950B4B96F3C1}" presName="hierRoot2" presStyleCnt="0">
        <dgm:presLayoutVars>
          <dgm:hierBranch val="init"/>
        </dgm:presLayoutVars>
      </dgm:prSet>
      <dgm:spPr/>
    </dgm:pt>
    <dgm:pt modelId="{2CD86C88-0994-47DE-BDBC-1C5BAAEA7E6F}" type="pres">
      <dgm:prSet presAssocID="{7465A352-9CF9-499B-9247-950B4B96F3C1}" presName="rootComposite" presStyleCnt="0"/>
      <dgm:spPr/>
    </dgm:pt>
    <dgm:pt modelId="{BBBDDA31-D146-4DC5-937B-2A837C7D8350}" type="pres">
      <dgm:prSet presAssocID="{7465A352-9CF9-499B-9247-950B4B96F3C1}" presName="rootText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954D92-3E59-489B-AC87-5CA090D08DC8}" type="pres">
      <dgm:prSet presAssocID="{7465A352-9CF9-499B-9247-950B4B96F3C1}" presName="rootConnector" presStyleLbl="node3" presStyleIdx="1" presStyleCnt="2"/>
      <dgm:spPr/>
    </dgm:pt>
    <dgm:pt modelId="{783943FD-E527-4A1E-A426-392A93AD7CDF}" type="pres">
      <dgm:prSet presAssocID="{7465A352-9CF9-499B-9247-950B4B96F3C1}" presName="hierChild4" presStyleCnt="0"/>
      <dgm:spPr/>
    </dgm:pt>
    <dgm:pt modelId="{97239BDE-6494-4680-B449-D9F328091BF7}" type="pres">
      <dgm:prSet presAssocID="{7465A352-9CF9-499B-9247-950B4B96F3C1}" presName="hierChild5" presStyleCnt="0"/>
      <dgm:spPr/>
    </dgm:pt>
    <dgm:pt modelId="{C42DF41D-720A-4F5A-A3C6-7951CB1B5999}" type="pres">
      <dgm:prSet presAssocID="{5CBF86BA-1019-45F4-B44E-6E64C5CF7515}" presName="hierChild5" presStyleCnt="0"/>
      <dgm:spPr/>
    </dgm:pt>
    <dgm:pt modelId="{04A75D99-41B8-4FB1-9191-AC1D14CAF55E}" type="pres">
      <dgm:prSet presAssocID="{C2624C32-7EE8-4BA7-BDA7-FBEA1C89ABCF}" presName="Name37" presStyleLbl="parChTrans1D2" presStyleIdx="4" presStyleCnt="5"/>
      <dgm:spPr/>
      <dgm:t>
        <a:bodyPr/>
        <a:lstStyle/>
        <a:p>
          <a:endParaRPr lang="en-US"/>
        </a:p>
      </dgm:t>
    </dgm:pt>
    <dgm:pt modelId="{29265221-9F51-4D05-9218-5452E10997CF}" type="pres">
      <dgm:prSet presAssocID="{3FB01C77-E511-4BC3-8936-CEB41768401B}" presName="hierRoot2" presStyleCnt="0">
        <dgm:presLayoutVars>
          <dgm:hierBranch val="init"/>
        </dgm:presLayoutVars>
      </dgm:prSet>
      <dgm:spPr/>
    </dgm:pt>
    <dgm:pt modelId="{7FC826DF-8751-4B8E-8260-D7F26A2498AC}" type="pres">
      <dgm:prSet presAssocID="{3FB01C77-E511-4BC3-8936-CEB41768401B}" presName="rootComposite" presStyleCnt="0"/>
      <dgm:spPr/>
    </dgm:pt>
    <dgm:pt modelId="{E0AC17CB-5735-4AA1-96AF-177AC95EFFFF}" type="pres">
      <dgm:prSet presAssocID="{3FB01C77-E511-4BC3-8936-CEB41768401B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5066FE3-4873-4A1C-AB4B-CC6C0D2E78C0}" type="pres">
      <dgm:prSet presAssocID="{3FB01C77-E511-4BC3-8936-CEB41768401B}" presName="rootConnector" presStyleLbl="node2" presStyleIdx="4" presStyleCnt="5"/>
      <dgm:spPr/>
    </dgm:pt>
    <dgm:pt modelId="{D4F37E1C-E46E-426E-9835-719D126461A8}" type="pres">
      <dgm:prSet presAssocID="{3FB01C77-E511-4BC3-8936-CEB41768401B}" presName="hierChild4" presStyleCnt="0"/>
      <dgm:spPr/>
    </dgm:pt>
    <dgm:pt modelId="{35FE3096-51E5-4BCD-BE48-2B47C473784F}" type="pres">
      <dgm:prSet presAssocID="{3FB01C77-E511-4BC3-8936-CEB41768401B}" presName="hierChild5" presStyleCnt="0"/>
      <dgm:spPr/>
    </dgm:pt>
    <dgm:pt modelId="{1A879CD9-D4FC-4EDF-946B-9801126C65FE}" type="pres">
      <dgm:prSet presAssocID="{D4AF0C4D-D249-49AF-92C6-97C535C1D44F}" presName="hierChild3" presStyleCnt="0"/>
      <dgm:spPr/>
    </dgm:pt>
  </dgm:ptLst>
  <dgm:cxnLst>
    <dgm:cxn modelId="{A693EC99-4776-47A9-B9BF-800C0A23AC8D}" type="presOf" srcId="{81A9E6C2-F2D1-4F7D-BE49-BB0F6318005B}" destId="{75CBD4EE-07D0-4780-8FA0-3CA5EB7BF4BB}" srcOrd="0" destOrd="0" presId="urn:microsoft.com/office/officeart/2005/8/layout/orgChart1"/>
    <dgm:cxn modelId="{211FDE41-642D-441D-9145-B213045F15A0}" type="presOf" srcId="{D4AF0C4D-D249-49AF-92C6-97C535C1D44F}" destId="{29A17EA4-572A-4268-8DA9-7E6535F9E239}" srcOrd="0" destOrd="0" presId="urn:microsoft.com/office/officeart/2005/8/layout/orgChart1"/>
    <dgm:cxn modelId="{EC7E91FE-E19A-468F-B5AF-74C52B30D72E}" type="presOf" srcId="{3FB01C77-E511-4BC3-8936-CEB41768401B}" destId="{E0AC17CB-5735-4AA1-96AF-177AC95EFFFF}" srcOrd="0" destOrd="0" presId="urn:microsoft.com/office/officeart/2005/8/layout/orgChart1"/>
    <dgm:cxn modelId="{0E71FB90-61C7-472C-9487-DF79F0ABBA5E}" type="presOf" srcId="{C2624C32-7EE8-4BA7-BDA7-FBEA1C89ABCF}" destId="{04A75D99-41B8-4FB1-9191-AC1D14CAF55E}" srcOrd="0" destOrd="0" presId="urn:microsoft.com/office/officeart/2005/8/layout/orgChart1"/>
    <dgm:cxn modelId="{D2F0E350-179B-4977-9F0D-D3EA3498FDCF}" type="presOf" srcId="{C71788F2-8CE9-41AE-B907-35D51461A466}" destId="{2FECCD14-4FA4-4624-A127-08A2803BAFA0}" srcOrd="0" destOrd="0" presId="urn:microsoft.com/office/officeart/2005/8/layout/orgChart1"/>
    <dgm:cxn modelId="{3898FD85-31A7-49FD-8BC7-B3BD75958A7A}" srcId="{D4AF0C4D-D249-49AF-92C6-97C535C1D44F}" destId="{495F0D33-D46A-4415-AD9B-3241A90CF147}" srcOrd="2" destOrd="0" parTransId="{F7791CDF-ED0C-4A16-9E88-793CE57F0255}" sibTransId="{6C60AE84-2EEA-4D70-AAAF-9B48A2D0FCD2}"/>
    <dgm:cxn modelId="{A736E3C0-A1BD-49A8-9E7C-6E332C4FA1E1}" type="presOf" srcId="{E8A9346B-7C3B-4B5D-BD2C-53E33B08D34C}" destId="{2D900D28-E178-4AB6-885E-B405A429A07F}" srcOrd="1" destOrd="0" presId="urn:microsoft.com/office/officeart/2005/8/layout/orgChart1"/>
    <dgm:cxn modelId="{6DBFCDC0-5FD3-4205-BC0B-5F9724F3F87F}" type="presOf" srcId="{4892E894-317C-4E20-9C0B-8D0B7F95E913}" destId="{2F00BC03-7F31-4F56-9934-4DE60C182FE5}" srcOrd="0" destOrd="0" presId="urn:microsoft.com/office/officeart/2005/8/layout/orgChart1"/>
    <dgm:cxn modelId="{290A05CD-E317-445F-8CFE-7B0B2CAB3B13}" type="presOf" srcId="{AB38AAB4-D278-4A10-95BD-6F297AAF08EC}" destId="{74A50558-6D2B-4CF1-8AB9-0F36C1A18868}" srcOrd="0" destOrd="0" presId="urn:microsoft.com/office/officeart/2005/8/layout/orgChart1"/>
    <dgm:cxn modelId="{2B78C55E-1613-4BD4-9247-C840B999C6C7}" type="presOf" srcId="{D4AF0C4D-D249-49AF-92C6-97C535C1D44F}" destId="{88E74B5B-4ED5-454D-8B55-BFF3A1F64F39}" srcOrd="1" destOrd="0" presId="urn:microsoft.com/office/officeart/2005/8/layout/orgChart1"/>
    <dgm:cxn modelId="{2FC78CD0-3AEF-4C5D-A858-51D93E6A4F8A}" srcId="{D4AF0C4D-D249-49AF-92C6-97C535C1D44F}" destId="{3FB01C77-E511-4BC3-8936-CEB41768401B}" srcOrd="4" destOrd="0" parTransId="{C2624C32-7EE8-4BA7-BDA7-FBEA1C89ABCF}" sibTransId="{FF942C40-347A-400D-8946-0242F57C5C25}"/>
    <dgm:cxn modelId="{76C76846-44E7-47B4-943F-E720F411FD83}" srcId="{D4AF0C4D-D249-49AF-92C6-97C535C1D44F}" destId="{E8A9346B-7C3B-4B5D-BD2C-53E33B08D34C}" srcOrd="0" destOrd="0" parTransId="{5874680A-59B9-4B96-A5A9-E8ED4B5DCA0B}" sibTransId="{CDD1F3F9-8670-4B50-96B5-EB90E232A505}"/>
    <dgm:cxn modelId="{8C167F5A-8895-404B-ADEA-A5FCD7AE05A2}" srcId="{D4AF0C4D-D249-49AF-92C6-97C535C1D44F}" destId="{5CBF86BA-1019-45F4-B44E-6E64C5CF7515}" srcOrd="3" destOrd="0" parTransId="{AB38AAB4-D278-4A10-95BD-6F297AAF08EC}" sibTransId="{0621FF9F-698E-4DFF-95C3-B70FE9E57384}"/>
    <dgm:cxn modelId="{A81AD06B-6860-4A91-BC88-4CB1945B981C}" type="presOf" srcId="{7465A352-9CF9-499B-9247-950B4B96F3C1}" destId="{6A954D92-3E59-489B-AC87-5CA090D08DC8}" srcOrd="1" destOrd="0" presId="urn:microsoft.com/office/officeart/2005/8/layout/orgChart1"/>
    <dgm:cxn modelId="{ED43CD4C-EE32-46A8-981B-FD6AEB4CE097}" type="presOf" srcId="{BEA9339E-13D6-4DF6-8D29-845F0490B4E2}" destId="{D54F1F04-56BE-4787-9763-07971541FE80}" srcOrd="0" destOrd="0" presId="urn:microsoft.com/office/officeart/2005/8/layout/orgChart1"/>
    <dgm:cxn modelId="{92E8A3F0-E99B-403F-ACD0-4E8ACA567952}" type="presOf" srcId="{DD936152-1110-4300-977A-151A3DE91546}" destId="{361E58A0-A808-42EF-9FD1-AB6B1DD2BB50}" srcOrd="1" destOrd="0" presId="urn:microsoft.com/office/officeart/2005/8/layout/orgChart1"/>
    <dgm:cxn modelId="{57C70835-51FD-4415-AB20-197536B4D572}" type="presOf" srcId="{5874680A-59B9-4B96-A5A9-E8ED4B5DCA0B}" destId="{0BB5749A-1EC4-421A-8912-F1325D174A63}" srcOrd="0" destOrd="0" presId="urn:microsoft.com/office/officeart/2005/8/layout/orgChart1"/>
    <dgm:cxn modelId="{297D80E1-AA51-43E2-8FB7-6A80377FACE9}" srcId="{E8A9346B-7C3B-4B5D-BD2C-53E33B08D34C}" destId="{DD936152-1110-4300-977A-151A3DE91546}" srcOrd="0" destOrd="0" parTransId="{4892E894-317C-4E20-9C0B-8D0B7F95E913}" sibTransId="{19AE22D9-B74E-4E19-AC98-CB623A309628}"/>
    <dgm:cxn modelId="{C8E1433C-E48E-4913-9E62-6381EE31051D}" type="presOf" srcId="{DD936152-1110-4300-977A-151A3DE91546}" destId="{8122015A-8E39-4BAA-AAD8-45083063B268}" srcOrd="0" destOrd="0" presId="urn:microsoft.com/office/officeart/2005/8/layout/orgChart1"/>
    <dgm:cxn modelId="{01FFD4C9-A47C-4120-ADC0-9CB97930850F}" type="presOf" srcId="{495F0D33-D46A-4415-AD9B-3241A90CF147}" destId="{1A7891F7-B475-4B3D-9561-2788A11ED41A}" srcOrd="0" destOrd="0" presId="urn:microsoft.com/office/officeart/2005/8/layout/orgChart1"/>
    <dgm:cxn modelId="{5C710119-22F1-4215-8EAB-FAF7A8BEFB70}" type="presOf" srcId="{7465A352-9CF9-499B-9247-950B4B96F3C1}" destId="{BBBDDA31-D146-4DC5-937B-2A837C7D8350}" srcOrd="0" destOrd="0" presId="urn:microsoft.com/office/officeart/2005/8/layout/orgChart1"/>
    <dgm:cxn modelId="{8CEC4484-B304-4B7F-B117-43EACE5E8534}" type="presOf" srcId="{81A9E6C2-F2D1-4F7D-BE49-BB0F6318005B}" destId="{22BDC20C-D0E4-4558-A553-A90FC8C1A434}" srcOrd="1" destOrd="0" presId="urn:microsoft.com/office/officeart/2005/8/layout/orgChart1"/>
    <dgm:cxn modelId="{CBFC2739-B05B-4795-811F-17BC15DE2EAC}" srcId="{D4AF0C4D-D249-49AF-92C6-97C535C1D44F}" destId="{81A9E6C2-F2D1-4F7D-BE49-BB0F6318005B}" srcOrd="1" destOrd="0" parTransId="{BEA9339E-13D6-4DF6-8D29-845F0490B4E2}" sibTransId="{3E161042-AF5D-4304-8D8F-9DA349092E1C}"/>
    <dgm:cxn modelId="{7C7928AD-3AB6-4EDA-B8CF-6220A75FF2C4}" srcId="{5CBF86BA-1019-45F4-B44E-6E64C5CF7515}" destId="{7465A352-9CF9-499B-9247-950B4B96F3C1}" srcOrd="0" destOrd="0" parTransId="{C71788F2-8CE9-41AE-B907-35D51461A466}" sibTransId="{FB83BAED-7D34-4976-A156-AC162C58B9A5}"/>
    <dgm:cxn modelId="{0EFC135A-9F56-43E6-B963-127C487A3546}" type="presOf" srcId="{E8A9346B-7C3B-4B5D-BD2C-53E33B08D34C}" destId="{64BAB0E5-D024-4AE2-A07A-2BDF2CA94DB0}" srcOrd="0" destOrd="0" presId="urn:microsoft.com/office/officeart/2005/8/layout/orgChart1"/>
    <dgm:cxn modelId="{D87C1D24-9EBE-4B31-9DE9-825CD9F8C7FC}" srcId="{DB0DABCB-F0E6-459C-A8E4-E7B6092FF5C6}" destId="{D4AF0C4D-D249-49AF-92C6-97C535C1D44F}" srcOrd="0" destOrd="0" parTransId="{50E30011-8D40-4C4C-AA79-25FC5E500A0A}" sibTransId="{C555AB8D-7CE6-407E-B8B2-2533EF962A94}"/>
    <dgm:cxn modelId="{61073388-372A-4DA7-9FD2-1DA22179B289}" type="presOf" srcId="{495F0D33-D46A-4415-AD9B-3241A90CF147}" destId="{A43C13B7-5E01-402F-A67B-3809870ED07B}" srcOrd="1" destOrd="0" presId="urn:microsoft.com/office/officeart/2005/8/layout/orgChart1"/>
    <dgm:cxn modelId="{4D5EB1C0-82FC-4DFA-AE2C-BCF558AD083C}" type="presOf" srcId="{DB0DABCB-F0E6-459C-A8E4-E7B6092FF5C6}" destId="{7AAD8A41-9898-49C2-AFA6-BBDACF96343E}" srcOrd="0" destOrd="0" presId="urn:microsoft.com/office/officeart/2005/8/layout/orgChart1"/>
    <dgm:cxn modelId="{0E5DAC05-764B-436C-9457-98C1C3024A15}" type="presOf" srcId="{5CBF86BA-1019-45F4-B44E-6E64C5CF7515}" destId="{08988F6D-DDC5-421C-B32D-E132FBEFA488}" srcOrd="1" destOrd="0" presId="urn:microsoft.com/office/officeart/2005/8/layout/orgChart1"/>
    <dgm:cxn modelId="{E7B24B25-A794-429C-8920-786F8DBBE66B}" type="presOf" srcId="{F7791CDF-ED0C-4A16-9E88-793CE57F0255}" destId="{A9D592B6-E54E-4D80-8D80-04AC6566FB79}" srcOrd="0" destOrd="0" presId="urn:microsoft.com/office/officeart/2005/8/layout/orgChart1"/>
    <dgm:cxn modelId="{E9820C19-54B5-476C-AB93-A3AF72555A34}" type="presOf" srcId="{5CBF86BA-1019-45F4-B44E-6E64C5CF7515}" destId="{E5A1F09B-1212-4CC9-8E87-CBD90BC0BF50}" srcOrd="0" destOrd="0" presId="urn:microsoft.com/office/officeart/2005/8/layout/orgChart1"/>
    <dgm:cxn modelId="{89456CEC-449A-4695-94FD-C078EC7B00DE}" type="presOf" srcId="{3FB01C77-E511-4BC3-8936-CEB41768401B}" destId="{B5066FE3-4873-4A1C-AB4B-CC6C0D2E78C0}" srcOrd="1" destOrd="0" presId="urn:microsoft.com/office/officeart/2005/8/layout/orgChart1"/>
    <dgm:cxn modelId="{C1FAD1AF-6456-4446-8912-330D87086311}" type="presParOf" srcId="{7AAD8A41-9898-49C2-AFA6-BBDACF96343E}" destId="{AFD4D1CA-9778-4669-B927-1DE32AD8213B}" srcOrd="0" destOrd="0" presId="urn:microsoft.com/office/officeart/2005/8/layout/orgChart1"/>
    <dgm:cxn modelId="{A383A47A-1E68-4399-8A6D-E6E3E176E595}" type="presParOf" srcId="{AFD4D1CA-9778-4669-B927-1DE32AD8213B}" destId="{F9984A22-7C90-4B35-BA93-51DD6F4C6593}" srcOrd="0" destOrd="0" presId="urn:microsoft.com/office/officeart/2005/8/layout/orgChart1"/>
    <dgm:cxn modelId="{5AC140DE-AB48-4B28-BFC2-9774739C1576}" type="presParOf" srcId="{F9984A22-7C90-4B35-BA93-51DD6F4C6593}" destId="{29A17EA4-572A-4268-8DA9-7E6535F9E239}" srcOrd="0" destOrd="0" presId="urn:microsoft.com/office/officeart/2005/8/layout/orgChart1"/>
    <dgm:cxn modelId="{DCABB66F-4519-4EEE-B191-E49032FE0922}" type="presParOf" srcId="{F9984A22-7C90-4B35-BA93-51DD6F4C6593}" destId="{88E74B5B-4ED5-454D-8B55-BFF3A1F64F39}" srcOrd="1" destOrd="0" presId="urn:microsoft.com/office/officeart/2005/8/layout/orgChart1"/>
    <dgm:cxn modelId="{9BF18A1D-8E8F-448A-9D88-4D5FC3E6DDE4}" type="presParOf" srcId="{AFD4D1CA-9778-4669-B927-1DE32AD8213B}" destId="{B4B608A6-CB79-4C62-AD5D-8E3A3C11B4EF}" srcOrd="1" destOrd="0" presId="urn:microsoft.com/office/officeart/2005/8/layout/orgChart1"/>
    <dgm:cxn modelId="{A1D89E91-45E3-4DFC-AF52-490F617A435E}" type="presParOf" srcId="{B4B608A6-CB79-4C62-AD5D-8E3A3C11B4EF}" destId="{0BB5749A-1EC4-421A-8912-F1325D174A63}" srcOrd="0" destOrd="0" presId="urn:microsoft.com/office/officeart/2005/8/layout/orgChart1"/>
    <dgm:cxn modelId="{6998B4A7-7BD2-4C0C-BA3D-22DA003A1325}" type="presParOf" srcId="{B4B608A6-CB79-4C62-AD5D-8E3A3C11B4EF}" destId="{2296BB2A-D730-4CEC-A4CA-AE5B0316A62D}" srcOrd="1" destOrd="0" presId="urn:microsoft.com/office/officeart/2005/8/layout/orgChart1"/>
    <dgm:cxn modelId="{23913A08-991D-4DE3-8E69-F77376E3D9EC}" type="presParOf" srcId="{2296BB2A-D730-4CEC-A4CA-AE5B0316A62D}" destId="{A42839A7-BDCF-4726-9086-FA560C550FC3}" srcOrd="0" destOrd="0" presId="urn:microsoft.com/office/officeart/2005/8/layout/orgChart1"/>
    <dgm:cxn modelId="{EA899B85-CF30-4611-962C-80E1BFDA32E0}" type="presParOf" srcId="{A42839A7-BDCF-4726-9086-FA560C550FC3}" destId="{64BAB0E5-D024-4AE2-A07A-2BDF2CA94DB0}" srcOrd="0" destOrd="0" presId="urn:microsoft.com/office/officeart/2005/8/layout/orgChart1"/>
    <dgm:cxn modelId="{DFB1F4E1-9223-41A1-8734-CD51DB5CC6DB}" type="presParOf" srcId="{A42839A7-BDCF-4726-9086-FA560C550FC3}" destId="{2D900D28-E178-4AB6-885E-B405A429A07F}" srcOrd="1" destOrd="0" presId="urn:microsoft.com/office/officeart/2005/8/layout/orgChart1"/>
    <dgm:cxn modelId="{61F8601E-7FAC-494B-B73F-B0DD0C2387A6}" type="presParOf" srcId="{2296BB2A-D730-4CEC-A4CA-AE5B0316A62D}" destId="{D0E7D5AA-68E2-4149-8BC5-098F677DF1B1}" srcOrd="1" destOrd="0" presId="urn:microsoft.com/office/officeart/2005/8/layout/orgChart1"/>
    <dgm:cxn modelId="{6681E2C9-7D86-4719-A33A-0F3AEC92820E}" type="presParOf" srcId="{D0E7D5AA-68E2-4149-8BC5-098F677DF1B1}" destId="{2F00BC03-7F31-4F56-9934-4DE60C182FE5}" srcOrd="0" destOrd="0" presId="urn:microsoft.com/office/officeart/2005/8/layout/orgChart1"/>
    <dgm:cxn modelId="{0BA43F44-BE42-4091-891A-D91013383B74}" type="presParOf" srcId="{D0E7D5AA-68E2-4149-8BC5-098F677DF1B1}" destId="{2E50A641-9FEA-423A-AA59-7F4AAF58B89F}" srcOrd="1" destOrd="0" presId="urn:microsoft.com/office/officeart/2005/8/layout/orgChart1"/>
    <dgm:cxn modelId="{1C025F1F-8FB1-4806-B5CC-BBD0BFFCF804}" type="presParOf" srcId="{2E50A641-9FEA-423A-AA59-7F4AAF58B89F}" destId="{CC51CD08-0DB5-4C5A-92AC-82A4D9D82661}" srcOrd="0" destOrd="0" presId="urn:microsoft.com/office/officeart/2005/8/layout/orgChart1"/>
    <dgm:cxn modelId="{37C8F644-1484-406B-BCCF-4D17292D0228}" type="presParOf" srcId="{CC51CD08-0DB5-4C5A-92AC-82A4D9D82661}" destId="{8122015A-8E39-4BAA-AAD8-45083063B268}" srcOrd="0" destOrd="0" presId="urn:microsoft.com/office/officeart/2005/8/layout/orgChart1"/>
    <dgm:cxn modelId="{39086721-CC31-4D5F-AB2B-4C190FC55587}" type="presParOf" srcId="{CC51CD08-0DB5-4C5A-92AC-82A4D9D82661}" destId="{361E58A0-A808-42EF-9FD1-AB6B1DD2BB50}" srcOrd="1" destOrd="0" presId="urn:microsoft.com/office/officeart/2005/8/layout/orgChart1"/>
    <dgm:cxn modelId="{88CECD5D-0914-49F0-8971-3A541D936D94}" type="presParOf" srcId="{2E50A641-9FEA-423A-AA59-7F4AAF58B89F}" destId="{4F5E0ADD-2C76-4C99-8C7B-7EDE5D4A9089}" srcOrd="1" destOrd="0" presId="urn:microsoft.com/office/officeart/2005/8/layout/orgChart1"/>
    <dgm:cxn modelId="{CFCBF2DF-9E47-46DC-A5F9-93756580B42F}" type="presParOf" srcId="{2E50A641-9FEA-423A-AA59-7F4AAF58B89F}" destId="{7785780E-5568-4C91-B563-BCAA46F31434}" srcOrd="2" destOrd="0" presId="urn:microsoft.com/office/officeart/2005/8/layout/orgChart1"/>
    <dgm:cxn modelId="{B96AA14E-FCB8-486F-951A-4A5B96618F82}" type="presParOf" srcId="{2296BB2A-D730-4CEC-A4CA-AE5B0316A62D}" destId="{EDE51992-E6F9-4A47-8134-FBC3664A7679}" srcOrd="2" destOrd="0" presId="urn:microsoft.com/office/officeart/2005/8/layout/orgChart1"/>
    <dgm:cxn modelId="{9FED0F04-9263-4AE3-B7F5-2C692CED6D2F}" type="presParOf" srcId="{B4B608A6-CB79-4C62-AD5D-8E3A3C11B4EF}" destId="{D54F1F04-56BE-4787-9763-07971541FE80}" srcOrd="2" destOrd="0" presId="urn:microsoft.com/office/officeart/2005/8/layout/orgChart1"/>
    <dgm:cxn modelId="{5A6E352B-BE0A-4A3E-BC02-235159D137A6}" type="presParOf" srcId="{B4B608A6-CB79-4C62-AD5D-8E3A3C11B4EF}" destId="{0C81B30C-3623-4100-AEED-2171440BB1C6}" srcOrd="3" destOrd="0" presId="urn:microsoft.com/office/officeart/2005/8/layout/orgChart1"/>
    <dgm:cxn modelId="{E47107EF-FFF0-4222-A0A8-EB9D0FDCE31F}" type="presParOf" srcId="{0C81B30C-3623-4100-AEED-2171440BB1C6}" destId="{EA8BC5E0-0D99-4258-B2A3-57A3945BDC90}" srcOrd="0" destOrd="0" presId="urn:microsoft.com/office/officeart/2005/8/layout/orgChart1"/>
    <dgm:cxn modelId="{B2DF4B18-3DC0-4C5D-A670-401981727479}" type="presParOf" srcId="{EA8BC5E0-0D99-4258-B2A3-57A3945BDC90}" destId="{75CBD4EE-07D0-4780-8FA0-3CA5EB7BF4BB}" srcOrd="0" destOrd="0" presId="urn:microsoft.com/office/officeart/2005/8/layout/orgChart1"/>
    <dgm:cxn modelId="{6B1AFAF2-F69D-4245-9038-08D96DE0B9E5}" type="presParOf" srcId="{EA8BC5E0-0D99-4258-B2A3-57A3945BDC90}" destId="{22BDC20C-D0E4-4558-A553-A90FC8C1A434}" srcOrd="1" destOrd="0" presId="urn:microsoft.com/office/officeart/2005/8/layout/orgChart1"/>
    <dgm:cxn modelId="{8A390505-0C3E-420A-A60E-89E549D01F0A}" type="presParOf" srcId="{0C81B30C-3623-4100-AEED-2171440BB1C6}" destId="{DF42BA5A-8131-4F1F-9889-BAEA149CFB0C}" srcOrd="1" destOrd="0" presId="urn:microsoft.com/office/officeart/2005/8/layout/orgChart1"/>
    <dgm:cxn modelId="{6B44547C-AC07-42F1-81C9-E00D3E4D4210}" type="presParOf" srcId="{0C81B30C-3623-4100-AEED-2171440BB1C6}" destId="{730E7E61-31F8-4A99-8CE0-3E6780909217}" srcOrd="2" destOrd="0" presId="urn:microsoft.com/office/officeart/2005/8/layout/orgChart1"/>
    <dgm:cxn modelId="{E5CC7EBF-46A1-4265-BB06-D42016194347}" type="presParOf" srcId="{B4B608A6-CB79-4C62-AD5D-8E3A3C11B4EF}" destId="{A9D592B6-E54E-4D80-8D80-04AC6566FB79}" srcOrd="4" destOrd="0" presId="urn:microsoft.com/office/officeart/2005/8/layout/orgChart1"/>
    <dgm:cxn modelId="{6A575528-A9A6-4EB8-8FAF-DE770BC3DD07}" type="presParOf" srcId="{B4B608A6-CB79-4C62-AD5D-8E3A3C11B4EF}" destId="{48B8FB77-6B05-44EB-B17F-B90166C78B34}" srcOrd="5" destOrd="0" presId="urn:microsoft.com/office/officeart/2005/8/layout/orgChart1"/>
    <dgm:cxn modelId="{431C9A11-0443-42E1-8EFF-2BD5A8D63AFC}" type="presParOf" srcId="{48B8FB77-6B05-44EB-B17F-B90166C78B34}" destId="{F889C8B0-68E7-43DC-B0E2-85357FF521C3}" srcOrd="0" destOrd="0" presId="urn:microsoft.com/office/officeart/2005/8/layout/orgChart1"/>
    <dgm:cxn modelId="{00EA9646-DC9B-4C69-BBC9-180BB6E01872}" type="presParOf" srcId="{F889C8B0-68E7-43DC-B0E2-85357FF521C3}" destId="{1A7891F7-B475-4B3D-9561-2788A11ED41A}" srcOrd="0" destOrd="0" presId="urn:microsoft.com/office/officeart/2005/8/layout/orgChart1"/>
    <dgm:cxn modelId="{E472F969-3EA2-45AF-87A2-D4562CB15F2E}" type="presParOf" srcId="{F889C8B0-68E7-43DC-B0E2-85357FF521C3}" destId="{A43C13B7-5E01-402F-A67B-3809870ED07B}" srcOrd="1" destOrd="0" presId="urn:microsoft.com/office/officeart/2005/8/layout/orgChart1"/>
    <dgm:cxn modelId="{5FE92B3E-59E9-4013-B780-94718744E3B0}" type="presParOf" srcId="{48B8FB77-6B05-44EB-B17F-B90166C78B34}" destId="{BA3AA4F4-D260-48CC-AB75-C928114ED879}" srcOrd="1" destOrd="0" presId="urn:microsoft.com/office/officeart/2005/8/layout/orgChart1"/>
    <dgm:cxn modelId="{1A087D26-2D62-41E4-8552-B1D3CC48980A}" type="presParOf" srcId="{48B8FB77-6B05-44EB-B17F-B90166C78B34}" destId="{A121B4B7-EB23-4A00-9AF4-92BF4B2D2131}" srcOrd="2" destOrd="0" presId="urn:microsoft.com/office/officeart/2005/8/layout/orgChart1"/>
    <dgm:cxn modelId="{2D1F9AF3-8E3F-411C-84F3-14D091EFA7D3}" type="presParOf" srcId="{B4B608A6-CB79-4C62-AD5D-8E3A3C11B4EF}" destId="{74A50558-6D2B-4CF1-8AB9-0F36C1A18868}" srcOrd="6" destOrd="0" presId="urn:microsoft.com/office/officeart/2005/8/layout/orgChart1"/>
    <dgm:cxn modelId="{3FAD0FD6-C6D3-40C3-BF6B-28EB5FE2CF2D}" type="presParOf" srcId="{B4B608A6-CB79-4C62-AD5D-8E3A3C11B4EF}" destId="{F20077DF-F734-40CC-A353-706EB4ED3B22}" srcOrd="7" destOrd="0" presId="urn:microsoft.com/office/officeart/2005/8/layout/orgChart1"/>
    <dgm:cxn modelId="{12F55866-9F14-4747-8859-F3EFED6132E8}" type="presParOf" srcId="{F20077DF-F734-40CC-A353-706EB4ED3B22}" destId="{B4D7FC28-1483-489A-AA0A-230D648C8374}" srcOrd="0" destOrd="0" presId="urn:microsoft.com/office/officeart/2005/8/layout/orgChart1"/>
    <dgm:cxn modelId="{CF8E54C6-74AA-4809-AD6A-79ACB7423B60}" type="presParOf" srcId="{B4D7FC28-1483-489A-AA0A-230D648C8374}" destId="{E5A1F09B-1212-4CC9-8E87-CBD90BC0BF50}" srcOrd="0" destOrd="0" presId="urn:microsoft.com/office/officeart/2005/8/layout/orgChart1"/>
    <dgm:cxn modelId="{8FDB5EB9-41B2-4EDD-9633-5DBDCB400230}" type="presParOf" srcId="{B4D7FC28-1483-489A-AA0A-230D648C8374}" destId="{08988F6D-DDC5-421C-B32D-E132FBEFA488}" srcOrd="1" destOrd="0" presId="urn:microsoft.com/office/officeart/2005/8/layout/orgChart1"/>
    <dgm:cxn modelId="{F2AF4F5F-D923-4CC6-9A95-97CA36DDDA0F}" type="presParOf" srcId="{F20077DF-F734-40CC-A353-706EB4ED3B22}" destId="{7A2B3178-A017-46EF-AFA2-819568E9AEA9}" srcOrd="1" destOrd="0" presId="urn:microsoft.com/office/officeart/2005/8/layout/orgChart1"/>
    <dgm:cxn modelId="{F489EF23-5DC1-49C3-90EF-77A33DD78E0E}" type="presParOf" srcId="{7A2B3178-A017-46EF-AFA2-819568E9AEA9}" destId="{2FECCD14-4FA4-4624-A127-08A2803BAFA0}" srcOrd="0" destOrd="0" presId="urn:microsoft.com/office/officeart/2005/8/layout/orgChart1"/>
    <dgm:cxn modelId="{8DAC35E3-20E2-4796-8C43-B76AE1424545}" type="presParOf" srcId="{7A2B3178-A017-46EF-AFA2-819568E9AEA9}" destId="{9BCB23DB-44CD-4E1D-B689-8560B4ECC11E}" srcOrd="1" destOrd="0" presId="urn:microsoft.com/office/officeart/2005/8/layout/orgChart1"/>
    <dgm:cxn modelId="{C614496A-0CE3-43FA-B56F-3F9CB08A3522}" type="presParOf" srcId="{9BCB23DB-44CD-4E1D-B689-8560B4ECC11E}" destId="{2CD86C88-0994-47DE-BDBC-1C5BAAEA7E6F}" srcOrd="0" destOrd="0" presId="urn:microsoft.com/office/officeart/2005/8/layout/orgChart1"/>
    <dgm:cxn modelId="{4C7A29C0-38F7-48F7-A41F-0C02527C046C}" type="presParOf" srcId="{2CD86C88-0994-47DE-BDBC-1C5BAAEA7E6F}" destId="{BBBDDA31-D146-4DC5-937B-2A837C7D8350}" srcOrd="0" destOrd="0" presId="urn:microsoft.com/office/officeart/2005/8/layout/orgChart1"/>
    <dgm:cxn modelId="{E0B345E1-BC1C-446A-8709-7F27DCF3114E}" type="presParOf" srcId="{2CD86C88-0994-47DE-BDBC-1C5BAAEA7E6F}" destId="{6A954D92-3E59-489B-AC87-5CA090D08DC8}" srcOrd="1" destOrd="0" presId="urn:microsoft.com/office/officeart/2005/8/layout/orgChart1"/>
    <dgm:cxn modelId="{1F44B681-92C8-4A32-8D58-FEFCDAB5D5C5}" type="presParOf" srcId="{9BCB23DB-44CD-4E1D-B689-8560B4ECC11E}" destId="{783943FD-E527-4A1E-A426-392A93AD7CDF}" srcOrd="1" destOrd="0" presId="urn:microsoft.com/office/officeart/2005/8/layout/orgChart1"/>
    <dgm:cxn modelId="{592429C5-B062-41D4-8794-7AADC897A7BE}" type="presParOf" srcId="{9BCB23DB-44CD-4E1D-B689-8560B4ECC11E}" destId="{97239BDE-6494-4680-B449-D9F328091BF7}" srcOrd="2" destOrd="0" presId="urn:microsoft.com/office/officeart/2005/8/layout/orgChart1"/>
    <dgm:cxn modelId="{68BF7B79-10F3-4A4B-B7EE-366F60FC4D16}" type="presParOf" srcId="{F20077DF-F734-40CC-A353-706EB4ED3B22}" destId="{C42DF41D-720A-4F5A-A3C6-7951CB1B5999}" srcOrd="2" destOrd="0" presId="urn:microsoft.com/office/officeart/2005/8/layout/orgChart1"/>
    <dgm:cxn modelId="{E2955B37-167C-4EAA-8837-8BDD46A0FC26}" type="presParOf" srcId="{B4B608A6-CB79-4C62-AD5D-8E3A3C11B4EF}" destId="{04A75D99-41B8-4FB1-9191-AC1D14CAF55E}" srcOrd="8" destOrd="0" presId="urn:microsoft.com/office/officeart/2005/8/layout/orgChart1"/>
    <dgm:cxn modelId="{6692AE00-885E-4823-8F8D-E073204A0613}" type="presParOf" srcId="{B4B608A6-CB79-4C62-AD5D-8E3A3C11B4EF}" destId="{29265221-9F51-4D05-9218-5452E10997CF}" srcOrd="9" destOrd="0" presId="urn:microsoft.com/office/officeart/2005/8/layout/orgChart1"/>
    <dgm:cxn modelId="{A022C3ED-5718-4092-9AE7-DDC40EDB924E}" type="presParOf" srcId="{29265221-9F51-4D05-9218-5452E10997CF}" destId="{7FC826DF-8751-4B8E-8260-D7F26A2498AC}" srcOrd="0" destOrd="0" presId="urn:microsoft.com/office/officeart/2005/8/layout/orgChart1"/>
    <dgm:cxn modelId="{9C88FC88-1EE6-4377-8863-CE9FED514FA9}" type="presParOf" srcId="{7FC826DF-8751-4B8E-8260-D7F26A2498AC}" destId="{E0AC17CB-5735-4AA1-96AF-177AC95EFFFF}" srcOrd="0" destOrd="0" presId="urn:microsoft.com/office/officeart/2005/8/layout/orgChart1"/>
    <dgm:cxn modelId="{128DE7E9-C2E0-4B52-BFB4-A34835643160}" type="presParOf" srcId="{7FC826DF-8751-4B8E-8260-D7F26A2498AC}" destId="{B5066FE3-4873-4A1C-AB4B-CC6C0D2E78C0}" srcOrd="1" destOrd="0" presId="urn:microsoft.com/office/officeart/2005/8/layout/orgChart1"/>
    <dgm:cxn modelId="{7A911651-3BB9-4C14-AB45-58F3855AADE2}" type="presParOf" srcId="{29265221-9F51-4D05-9218-5452E10997CF}" destId="{D4F37E1C-E46E-426E-9835-719D126461A8}" srcOrd="1" destOrd="0" presId="urn:microsoft.com/office/officeart/2005/8/layout/orgChart1"/>
    <dgm:cxn modelId="{07087490-440B-48BC-8844-CCD894C9E619}" type="presParOf" srcId="{29265221-9F51-4D05-9218-5452E10997CF}" destId="{35FE3096-51E5-4BCD-BE48-2B47C473784F}" srcOrd="2" destOrd="0" presId="urn:microsoft.com/office/officeart/2005/8/layout/orgChart1"/>
    <dgm:cxn modelId="{FC10761C-BE7B-4248-AD2E-9A67FA617CEE}" type="presParOf" srcId="{AFD4D1CA-9778-4669-B927-1DE32AD8213B}" destId="{1A879CD9-D4FC-4EDF-946B-9801126C65FE}" srcOrd="2" destOrd="0" presId="urn:microsoft.com/office/officeart/2005/8/layout/orgChart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7EBB1-D7E4-461F-9E1A-D4BD96EDF96E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2B7B0-2AE9-4067-ACB3-C23DB06C06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51BB3-34C9-4907-B6A2-980E6E826B4C}" type="datetimeFigureOut">
              <a:rPr lang="en-US" smtClean="0"/>
              <a:pPr/>
              <a:t>9/7/2017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FF39-2FAA-447D-AF92-F5F966758A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Diagram 22"/>
          <p:cNvGraphicFramePr/>
          <p:nvPr/>
        </p:nvGraphicFramePr>
        <p:xfrm>
          <a:off x="1524000" y="12192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133600" y="2667000"/>
            <a:ext cx="3200400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Insert New Customer</a:t>
            </a:r>
            <a:endParaRPr lang="en-US" sz="20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2133600" y="3276600"/>
            <a:ext cx="3200400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Update Existing Customers</a:t>
            </a:r>
            <a:endParaRPr lang="en-US" b="1" dirty="0"/>
          </a:p>
        </p:txBody>
      </p:sp>
      <p:sp>
        <p:nvSpPr>
          <p:cNvPr id="7" name="Rounded Rectangle 6"/>
          <p:cNvSpPr/>
          <p:nvPr/>
        </p:nvSpPr>
        <p:spPr>
          <a:xfrm>
            <a:off x="2133600" y="3962400"/>
            <a:ext cx="3200400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View All Customers</a:t>
            </a:r>
            <a:endParaRPr lang="en-US" b="1" dirty="0"/>
          </a:p>
        </p:txBody>
      </p:sp>
      <p:sp>
        <p:nvSpPr>
          <p:cNvPr id="8" name="Rounded Rectangle 7"/>
          <p:cNvSpPr/>
          <p:nvPr/>
        </p:nvSpPr>
        <p:spPr>
          <a:xfrm>
            <a:off x="2209800" y="4648200"/>
            <a:ext cx="3200400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New </a:t>
            </a:r>
            <a:r>
              <a:rPr lang="en-US" b="1" dirty="0" err="1" smtClean="0"/>
              <a:t>Oreder</a:t>
            </a:r>
            <a:endParaRPr lang="en-US" b="1" dirty="0"/>
          </a:p>
        </p:txBody>
      </p:sp>
      <p:sp>
        <p:nvSpPr>
          <p:cNvPr id="9" name="Rounded Rectangle 8"/>
          <p:cNvSpPr/>
          <p:nvPr/>
        </p:nvSpPr>
        <p:spPr>
          <a:xfrm>
            <a:off x="2209800" y="5334000"/>
            <a:ext cx="3200400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View Order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2918608" y="1076980"/>
            <a:ext cx="226299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Management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6" name="Picture 2" descr="C:\Users\Tajmir khan\Desktop\TailorDigitalLOGO_BLACK_withpaddingPN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685800"/>
            <a:ext cx="1524000" cy="71437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286000" y="5943600"/>
            <a:ext cx="3200400" cy="45720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Exit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57400" y="685800"/>
            <a:ext cx="15395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effectLst/>
              </a:rPr>
              <a:t>INSERT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18608" y="1076980"/>
            <a:ext cx="246926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New Customer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438400" y="2743200"/>
            <a:ext cx="2819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38400" y="3352800"/>
            <a:ext cx="2819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38400" y="3886200"/>
            <a:ext cx="28194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514600" y="3352800"/>
            <a:ext cx="124585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User Name</a:t>
            </a:r>
            <a:endParaRPr lang="en-US" sz="4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514600" y="2743200"/>
            <a:ext cx="88357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User ID</a:t>
            </a:r>
            <a:endParaRPr lang="en-US" sz="4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590800" y="3810000"/>
            <a:ext cx="179568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Phone Number</a:t>
            </a:r>
            <a:endParaRPr lang="en-US" sz="20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19050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4958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Next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00200" y="3048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6002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6002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981200" y="685800"/>
            <a:ext cx="153952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effectLst/>
              </a:rPr>
              <a:t>INSERT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18608" y="1076980"/>
            <a:ext cx="23669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Measurement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667000" y="3124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/>
          <p:cNvSpPr/>
          <p:nvPr/>
        </p:nvSpPr>
        <p:spPr>
          <a:xfrm>
            <a:off x="2667000" y="3505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667000" y="3886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67000" y="4267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667000" y="4648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667000" y="5029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667000" y="5410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67000" y="2743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667000" y="2362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667000" y="1981200"/>
            <a:ext cx="27432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1752600" y="64008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267200" y="64008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Cancel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267200" y="5791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Save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57400" y="685800"/>
            <a:ext cx="171027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</a:rPr>
              <a:t>UPDATE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0" y="1066800"/>
            <a:ext cx="306532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cap="none" spc="0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Existing Customers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05000" y="1828800"/>
            <a:ext cx="2667000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050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48200" y="1828800"/>
            <a:ext cx="1143000" cy="3810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Search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57400" y="685800"/>
            <a:ext cx="1223412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effectLst/>
              </a:rPr>
              <a:t>VIEW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0" y="1066800"/>
            <a:ext cx="209749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All Customer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050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57400" y="685800"/>
            <a:ext cx="123623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effectLst/>
              </a:rPr>
              <a:t>NEW 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0" y="1066800"/>
            <a:ext cx="105234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Order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050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57400" y="685800"/>
            <a:ext cx="132760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effectLst/>
              </a:rPr>
              <a:t>VIEW 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0" y="1066800"/>
            <a:ext cx="16667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All Orders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050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81000"/>
            <a:ext cx="3124200" cy="685800"/>
          </a:xfrm>
          <a:prstGeom prst="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752600" y="152400"/>
            <a:ext cx="4038600" cy="65532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tx1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752600" y="5334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752600" y="1600200"/>
            <a:ext cx="4038600" cy="152400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57400" y="685800"/>
            <a:ext cx="161967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</a:rPr>
              <a:t>SELECT</a:t>
            </a:r>
            <a:r>
              <a:rPr lang="en-US" sz="3600" b="1" cap="none" spc="0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effectLst/>
              </a:rPr>
              <a:t> 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0" y="1066800"/>
            <a:ext cx="11849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800" b="1" dirty="0" smtClean="0">
                <a:ln w="11430">
                  <a:solidFill>
                    <a:schemeClr val="tx1"/>
                  </a:solidFill>
                </a:ln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Design</a:t>
            </a:r>
            <a:endParaRPr lang="en-US" sz="2800" b="1" cap="none" spc="0" dirty="0">
              <a:ln w="11430">
                <a:solidFill>
                  <a:schemeClr val="tx1"/>
                </a:solidFill>
              </a:ln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05000" y="6172200"/>
            <a:ext cx="1143000" cy="45720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Back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68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Tajmir khan</dc:creator>
  <cp:lastModifiedBy>Tajmir khan</cp:lastModifiedBy>
  <cp:revision>32</cp:revision>
  <dcterms:created xsi:type="dcterms:W3CDTF">2017-09-07T12:27:13Z</dcterms:created>
  <dcterms:modified xsi:type="dcterms:W3CDTF">2017-09-08T06:52:33Z</dcterms:modified>
</cp:coreProperties>
</file>